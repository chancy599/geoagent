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'1.0' encoding='utf-8'?>
<ns0:Relationships xmlns:ns0="http://schemas.openxmlformats.org/package/2006/relationships"><ns0:Relationship Type="http://schemas.openxmlformats.org/officeDocument/2006/relationships/slide" Target="../slides/slide3.xml" Id="R561e73682ae7480f" /><ns0:Relationship Type="http://schemas.openxmlformats.org/officeDocument/2006/relationships/notesMaster" Target="../notesMasters/notesMaster1.xml" Id="R2e433482bf034e95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来源：README.md §2；docs/pipeline.md §1–3；geoagent/orchestration/runner.py；geoagent/agents/schemas.py。实线表示调用/处理，虚线表示结果写入 GES。图中省略底层 LLMClient、VisualContextManager、EvidenceStore。inspect_image 由 VisualContextManager 提供原图或 ROI 并在下一条 user 消息附图。Geometry 可自行调用 CV。TikZ 生成前测量风格并对已验证的直角正交化。Supervisor 每轮读取 GES 摘要。参考 LaTeX 全程对 Agent 隔离。编译成功只是结构可用，视觉一致性还需 Critic。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来源：geoagent/agents/schemas.py 的 SUPERVISOR_TOOLS（CV_TOOL_SCHEMAS 中 call_cv_tool 加其余五项）；geoagent/cv_tools/registry.py；geoagent/orchestration/runner.py 的 _do_*；geoagent/agents/geometry_agent.py；geoagent/agents/tikz_agent.py；geoagent/agents/critic_agent.py。表格输入同时区分显式调用参数和自动提供的上下文。inspect_image 本身返回元数据，图片通过追加 user 消息注入，供下一轮 Supervisor 查看，不是工具返回文字描述。run_tikz_agent 自动进行 style metrics 和已验证直角的正交化。finish 门控在预算允许时，对未评审/需修复情况做有限次数拦截，并非永久禁止停止。must_repair 排除 flaky 和信息项。assessment_score 是内部启发式评分，不是外部评测指标。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 的 action_history、cv_runs；同目录 llm_calls.jsonl；geoagent/orchestration/runner.py；geometry_agent.py；tikz_agent.py；critic_agent.py。图片为案例归档 v1.png / v2.png。表格中的输入区分显式参数与自动上下文，指令为中文概括。初始输入为原图路径、705×320 尺寸、任务与初始 GES，未附图。CV 为本地算法；Geometry、TikZ、Critic 与 Supervisor 均调用大模型。实际大模型14次：Supervisor8、Geometry2、TikZ2、Critic2。只有Critic两次has_images=true。步骤3：直角工具ROI=[0,0,1,1]、count=0；线型工具输入AB、BE与长底边三段，不能据count=3理解为所有争议均解决。Geometry提交14对象、5关系、2冲突，其中F在AF上。步骤4的generate指令明确AF只到F，没有要求G与FG。程序测量风格，建议尺度0.012719cm/px，并自动执行compile_tikz/render_pdf/validate_compilation。步骤5出现high FG与medium G。步骤6 Supervisor基于A(68.5,65)、F(238.3,149.6)与底边y=254外推G≈(448,254)，修复沿用v1尺度。步骤7评审后才更新best_version为2。0.85/0.93是内部assessment_score，不是SSIM等外部指标。finish成功不意味着未决项清零。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以下是实际主智能体调用参数与CV内部调用记录，未经改写：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b24afbd94e424a97" /><ns0:Relationship Type="http://schemas.openxmlformats.org/officeDocument/2006/relationships/image" Target="../media/revision3_image.png" Id="R7231271ea90a4988" /><ns0:Relationship Type="http://schemas.openxmlformats.org/officeDocument/2006/relationships/image" Target="../media/revision3_image2.png" Id="Rd8ca614e90064bce" /><ns0:Relationship Type="http://schemas.openxmlformats.org/officeDocument/2006/relationships/notesSlide" Target="../notesSlides/notesSlide3.xml" Id="R39baa9e794974d28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5" name="肘形连接符 44"/>
          <p:cNvCxnSpPr>
            <a:stCxn id="26" idx="1"/>
            <a:endCxn id="34" idx="3"/>
          </p:cNvCxnSpPr>
          <p:nvPr/>
        </p:nvCxnSpPr>
        <p:spPr>
          <a:xfrm flipH="1">
            <a:off x="10944225" y="4848225"/>
            <a:ext cx="733425" cy="2028825"/>
          </a:xfrm>
          <a:prstGeom prst="bentConnector3">
            <a:avLst>
              <a:gd name="adj1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44" name="直接箭头连接符 43"/>
          <p:cNvCxnSpPr>
            <a:stCxn id="40" idx="0"/>
            <a:endCxn id="26" idx="2"/>
          </p:cNvCxnSpPr>
          <p:nvPr/>
        </p:nvCxnSpPr>
        <p:spPr>
          <a:xfrm flipV="1">
            <a:off x="13154025" y="5467350"/>
            <a:ext cx="0" cy="838200"/>
          </a:xfrm>
          <a:prstGeom prst="straightConnector1">
            <a:avLst/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23" idx="2"/>
            <a:endCxn id="40" idx="1"/>
          </p:cNvCxnSpPr>
          <p:nvPr/>
        </p:nvCxnSpPr>
        <p:spPr>
          <a:xfrm>
            <a:off x="9467850" y="5467350"/>
            <a:ext cx="2209800" cy="1409700"/>
          </a:xfrm>
          <a:prstGeom prst="bentConnector5">
            <a:avLst>
              <a:gd name="adj1" fmla="val 0"/>
              <a:gd name="adj2" fmla="val 16216"/>
              <a:gd name="adj3" fmla="val 8965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23" idx="2"/>
            <a:endCxn id="34" idx="0"/>
          </p:cNvCxnSpPr>
          <p:nvPr/>
        </p:nvCxnSpPr>
        <p:spPr>
          <a:xfrm flipH="1">
            <a:off x="5776913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8" name="肘形连接符 37"/>
          <p:cNvCxnSpPr>
            <a:stCxn id="20" idx="2"/>
            <a:endCxn id="34" idx="0"/>
          </p:cNvCxnSpPr>
          <p:nvPr/>
        </p:nvCxnSpPr>
        <p:spPr>
          <a:xfrm>
            <a:off x="5772150" y="5467350"/>
            <a:ext cx="4763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7" name="肘形连接符 36"/>
          <p:cNvCxnSpPr>
            <a:stCxn id="17" idx="2"/>
            <a:endCxn id="34" idx="0"/>
          </p:cNvCxnSpPr>
          <p:nvPr/>
        </p:nvCxnSpPr>
        <p:spPr>
          <a:xfrm>
            <a:off x="2085975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2" name="肘形连接符 31"/>
          <p:cNvCxnSpPr>
            <a:stCxn id="9" idx="2"/>
            <a:endCxn id="26" idx="0"/>
          </p:cNvCxnSpPr>
          <p:nvPr/>
        </p:nvCxnSpPr>
        <p:spPr>
          <a:xfrm>
            <a:off x="7534275" y="3295650"/>
            <a:ext cx="561975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9" idx="2"/>
            <a:endCxn id="23" idx="0"/>
          </p:cNvCxnSpPr>
          <p:nvPr/>
        </p:nvCxnSpPr>
        <p:spPr>
          <a:xfrm>
            <a:off x="7534275" y="3295650"/>
            <a:ext cx="193357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9" idx="2"/>
            <a:endCxn id="20" idx="0"/>
          </p:cNvCxnSpPr>
          <p:nvPr/>
        </p:nvCxnSpPr>
        <p:spPr>
          <a:xfrm flipH="1">
            <a:off x="5772150" y="3295650"/>
            <a:ext cx="176212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2"/>
            <a:endCxn id="17" idx="0"/>
          </p:cNvCxnSpPr>
          <p:nvPr/>
        </p:nvCxnSpPr>
        <p:spPr>
          <a:xfrm flipH="1">
            <a:off x="2085975" y="3295650"/>
            <a:ext cx="54483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6" name="肘形连接符 15"/>
          <p:cNvCxnSpPr>
            <a:stCxn id="9" idx="3"/>
            <a:endCxn id="12" idx="1"/>
          </p:cNvCxnSpPr>
          <p:nvPr/>
        </p:nvCxnSpPr>
        <p:spPr>
          <a:xfrm>
            <a:off x="10772775" y="2638425"/>
            <a:ext cx="962025" cy="38100"/>
          </a:xfrm>
          <a:prstGeom prst="bentConnector3">
            <a:avLst>
              <a:gd name="adj1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5" name="肘形连接符 14"/>
          <p:cNvCxnSpPr>
            <a:stCxn id="6" idx="3"/>
            <a:endCxn id="9" idx="1"/>
          </p:cNvCxnSpPr>
          <p:nvPr/>
        </p:nvCxnSpPr>
        <p:spPr>
          <a:xfrm flipV="1">
            <a:off x="3324225" y="2638425"/>
            <a:ext cx="97155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GeoAgent 系统架构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输入几何图像，逐步提取证据并生成 TikZ，经编译和视觉评审后保留最佳版本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085975"/>
            <a:ext cx="271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228850"/>
            <a:ext cx="237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667000"/>
            <a:ext cx="237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TriGeoBench / 上传图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5775" y="1981200"/>
            <a:ext cx="6477000" cy="1314450"/>
          </a:xfrm>
          <a:prstGeom prst="rect">
            <a:avLst/>
          </a:prstGeom>
          <a:solidFill>
            <a:srgbClr val="162A40"/>
          </a:solidFill>
          <a:ln w="15240">
            <a:solidFill>
              <a:srgbClr val="162A4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2124075"/>
            <a:ext cx="6134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主 Agent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67225" y="2562225"/>
            <a:ext cx="6134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每步一个动作，依据 GES 与工具反馈选择下一步</a:t>
            </a:r>
            <a:endParaRPr sz="1650" b="0">
              <a:solidFill>
                <a:srgbClr val="E2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734800" y="2047875"/>
            <a:ext cx="2895600" cy="12573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06250" y="219075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最佳版本归档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906250" y="2628900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best.tex / PDF / PNG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评审报告与运行轨迹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CV 工具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线段、圆弧、标签绑定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直角标记、虚实线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957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672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 CV 并整合几何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对象、关系与冲突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914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TikZ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629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generate / repair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输出完整 LaTeX 源码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67765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4910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4910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原图与渲染图对照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输出问题与修复建议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305550"/>
            <a:ext cx="1033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6448425"/>
            <a:ext cx="999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 共享几何证据状态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6886575"/>
            <a:ext cx="999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/ 关系 / 证据 / 标签 / 冲突 / 版本 / 编译结果 / Critic 报告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677650" y="6305550"/>
            <a:ext cx="2952750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849100" y="644842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自动编译与校验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49100" y="6886575"/>
            <a:ext cx="2609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Tectonic 编译、PNG 渲染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结构检查后交 Critic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的六类动作空间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每轮只执行一个动作，返回结果用于更新 GES 或下一轮上下文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graphicFrame>
        <p:nvGraphicFramePr>
          <p:cNvPr id="6" name="表格 5"/>
          <p:cNvGraphicFramePr/>
          <p:nvPr/>
        </p:nvGraphicFramePr>
        <p:xfrm>
          <a:off x="609600" y="1933575"/>
          <a:ext cx="14020800" cy="5410200"/>
        </p:xfrm>
        <a:graphic>
          <a:graphicData uri="http://schemas.openxmlformats.org/drawingml/2006/table">
            <a:tbl>
              <a:tblPr/>
              <a:tblGrid>
                <a:gridCol w="2781300"/>
                <a:gridCol w="3867150"/>
                <a:gridCol w="4667250"/>
                <a:gridCol w="27051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 / 状态变化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call_cv_tool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tool_name、params、purpose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 detect_lines、ROI 等参数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检测结果、坐标、置信证据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自动写入 GES，返回压缩摘要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获取可量化的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局部几何证据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inspect_image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question、可选 region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查看原图或指定局部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原图 / ROI 附到下一条用户消息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 region_id、裁剪范围等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补充视觉理解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消耗视觉预算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run_geometry_agent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instruction、可选 use_image / roi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自动读取 GES 摘要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submit_geometry：对象、关系、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冲突、未决项，合并到 GES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整合证据与几何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可继续调用 CV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run_tikz_agent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mode、instruction、可选 use_image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GES，修复时含旧源码与反馈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 tex；自动编译 / 渲染 / 校验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返回版本号、PNG、错误与状态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生成首版或修复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落实为可编译代码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run_critic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 focus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自动取原图、最新成功渲染与 GES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issues、checks、assessment_score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must_repair，更新最佳版本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定位遗漏与偏差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决定是否需修复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finish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summary、可选 unresolved / status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status: success / partial / blocked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best_version、best_score、status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记录总结与未决项，结束运行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提交最终结果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经过收尾门控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328C4-307B-41F5-BD9A-8B98735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1260_q_fig2：模块调用与信息传递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30DE-FB72-4FE5-9B09-3523B9D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Supervisor 逐步调度，GES 保存共享证据；表中“传入”同时包含调用参数和程序自动提供的上下文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D594C-A760-49DA-BA33-E2319B1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7894-5869-4EBA-8427-0698F01609D6}"/>
              </a:ext>
            </a:extLst>
          </p:cNvPr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058400" cy="560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"/>
                <a:gridCol w="2057400"/>
                <a:gridCol w="3543300"/>
                <a:gridCol w="38481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调用对象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传入什么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返回什么 / 如何进入下一步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调 CV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detect_lines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bind_point_labels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当前原图（工具自动读取）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两次调用 params={}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条线段及坐标、A～F 标签绑定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未绑定；结果写入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摘要返回 Supervisor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Geometry Agent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整理结构的指令 + 点线坐标 +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内部再调 detect_right_angle_marker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 analyze_line_style（检查 3 段）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submit_geometry 提交几何 JSON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 14 对象、5 关系、2 冲突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 F 在 AF 上，G 仍未绑定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TikZ Agent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mode=generate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点线与标签绘制指令 + GES + 风格参数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指定实线 AD、DC、CB、AE、FE、AF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虚线 AB、BE；未要求绘制 FG 与 G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submit_tikz 提交完整 tex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自动编译、渲染、校验，产出 v1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编译通过，但仍有视觉遗漏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Agent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原图与 v1 的等尺度对比图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GES + 对象清单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focus：线段延伸、虚线、标签位置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 虚线缺失 high，G 标签缺失 medium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内部评分 0.85，must_repair=true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问题写入 GES，返回 Supervisor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TikZ Agent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mode=repair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 AF 外推 G≈(448,254) px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修复指令 + v1 源码 +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编译信息 + Critic 的两项遗漏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补画 FG 虚线与 G 标签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再次自动编译、渲染、校验，产出 v2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待评审时 best_version 仍为 v1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7–8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调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Critic，再 finish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Critic：原图与 v2 + GES，重点查 FG/G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finish：summary、status、unresolved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确认补全，评分 0.93，选 v2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finish 返回 success，保留未决项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归档最佳 tex / PDF / PNG 与日志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A1223-93D5-496B-9677-EB6B259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431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v1：FG 虚线和 G 标签缺失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AA98-732B-4E4A-B44B-958B713DA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1271ea90a4988"/>
          <a:stretch xmlns:a="http://schemas.openxmlformats.org/drawingml/2006/main"/>
        </p:blipFill>
        <p:spPr>
          <a:xfrm xmlns:a="http://schemas.openxmlformats.org/drawingml/2006/main">
            <a:off x="10953750" y="2375508"/>
            <a:ext cx="3676650" cy="166883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EA4A-3DEF-4167-867D-9BC51E68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19575"/>
            <a:ext cx="367665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78411-9035-4D20-8B97-0B0FB70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386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v2：补齐后，Critic 复评通过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F5211-597A-4B96-8C82-C8CDB8DEE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a614e90064bce"/>
          <a:stretch xmlns:a="http://schemas.openxmlformats.org/drawingml/2006/main"/>
        </p:blipFill>
        <p:spPr>
          <a:xfrm xmlns:a="http://schemas.openxmlformats.org/drawingml/2006/main">
            <a:off x="10953750" y="4871058"/>
            <a:ext cx="3676650" cy="166883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4BE87-7DD9-4DAF-A5D5-8238A2E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58000"/>
            <a:ext cx="3676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本次仅 Critic 的大模型调用附图</a:t>
            </a:r>
          </a:p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Supervisor、Geometry、TikZ</a:t>
            </a:r>
          </a:p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依据坐标、GES 与文字反馈协作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207D9-9CD3-404B-AFDB-AC5BBC00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4382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GES = 共享的结构化工作记录；G 的坐标由外推得到，未经独立 CV 复核，最终仍保留历史冲突与未决项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4D2A-5910-4C99-A022-60ED5C1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43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GeoAgent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B39BA-5860-4D68-B71E-BACCCDD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438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1349784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WPS 演示</Application>
  <PresentationFormat>Converted Presentation</PresentationFormat>
  <Paragraphs>177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陈曦</cp:lastModifiedBy>
  <cp:revision>2</cp:revision>
  <dcterms:created xsi:type="dcterms:W3CDTF">2026-10-31T05:19:17Z</dcterms:created>
  <dcterms:modified xsi:type="dcterms:W3CDTF">2026-10-31T05:46:51Z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78709F63FDED4892BE43AFA0C1D35D03_12</vt:lpwstr>
  </property>
  <property fmtid="{D5CDD505-2E9C-101B-9397-08002B2CF9AE}" pid="3" name="KSOProductBuildVer">
    <vt:lpwstr>2052-12.1.0.29161</vt:lpwstr>
  </property>
</Properties>
</file>