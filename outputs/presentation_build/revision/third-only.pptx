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34cd6445f74d88" /><Relationship Type="http://schemas.openxmlformats.org/officeDocument/2006/relationships/extended-properties" Target="/docProps/app.xml" Id="R99b64cf545604cc1" /><Relationship Type="http://schemas.openxmlformats.org/officeDocument/2006/relationships/officeDocument" Target="/ppt/presentation.xml" Id="R4c16ef94160c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ece6d062f642c3"/>
  </p:sldMasterIdLst>
  <p:notesMasterIdLst>
    <p:notesMasterId xmlns:r="http://schemas.openxmlformats.org/officeDocument/2006/relationships" r:id="Re371c260310b4ef0"/>
  </p:notesMasterIdLst>
  <p:sldIdLst>
    <p:sldId xmlns:r="http://schemas.openxmlformats.org/officeDocument/2006/relationships" id="256" r:id="R060bbaf6e19340f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1cd11277848a5" /><Relationship Type="http://schemas.openxmlformats.org/officeDocument/2006/relationships/slideMaster" Target="/ppt/slideMasters/slideMaster1.xml" Id="Rd1ece6d062f642c3" /><Relationship Type="http://schemas.openxmlformats.org/officeDocument/2006/relationships/notesMaster" Target="/ppt/notesMasters/notesMaster1.xml" Id="Re371c260310b4ef0" /><Relationship Type="http://schemas.openxmlformats.org/officeDocument/2006/relationships/presProps" Target="/ppt/presProps.xml" Id="R34fce1e8161243b6" /><Relationship Type="http://schemas.openxmlformats.org/officeDocument/2006/relationships/tableStyles" Target="/ppt/tableStyles.xml" Id="R4467e27af97d4a6f" /><Relationship Type="http://schemas.openxmlformats.org/officeDocument/2006/relationships/slide" Target="/ppt/slides/slide1.xml" Id="R060bbaf6e19340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b60ac9af3246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1e73682ae7480f" /><Relationship Type="http://schemas.openxmlformats.org/officeDocument/2006/relationships/notesMaster" Target="/ppt/notesMasters/notesMaster1.xml" Id="R2e433482bf034e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来源：outputs/ours100/stem/1260_q_fig2/state.json 的 action_history、cv_runs；同目录 llm_calls.jsonl；geoagent/orchestration/runner.py；geometry_agent.py；tikz_agent.py；critic_agent.py。图片为案例归档 v1.png / v2.png。表格中的输入区分显式参数与自动上下文，指令为中文概括。初始输入为原图路径、705×320 尺寸、任务与初始 GES，未附图。CV 为本地算法；Geometry、TikZ、Critic 与 Supervisor 均调用大模型。实际大模型14次：Supervisor8、Geometry2、TikZ2、Critic2。只有Critic两次has_images=true。步骤3：直角工具ROI=[0,0,1,1]、count=0；线型工具输入AB、BE与长底边三段，不能据count=3理解为所有争议均解决。Geometry提交14对象、5关系、2冲突，其中F在AF上。步骤4的generate指令明确AF只到F，没有要求G与FG。程序测量风格，建议尺度0.012719cm/px，并自动执行compile_tikz/render_pdf/validate_compilation。步骤5出现high FG与medium G。步骤6 Supervisor基于A(68.5,65)、F(238.3,149.6)与底边y=254外推G≈(448,254)，修复沿用v1尺度。步骤7评审后才更新best_version为2。0.85/0.93是内部assessment_score，不是SSIM等外部指标。finish成功不意味着未决项清零。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以下是实际主智能体调用参数与CV内部调用记录，未经改写：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"action_history":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1,</a:t>
            </a:r>
          </a:p>
          <a:p xmlns:a="http://schemas.openxmlformats.org/drawingml/2006/main">
            <a:r>
              <a:t>      "action": "call_cv_tool:detect_lines",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"detect_lines",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count=8",</a:t>
            </a:r>
          </a:p>
          <a:p xmlns:a="http://schemas.openxmlformats.org/drawingml/2006/main">
            <a:r>
              <a:t>      "duration_s": 0.18,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2,</a:t>
            </a:r>
          </a:p>
          <a:p xmlns:a="http://schemas.openxmlformats.org/drawingml/2006/main">
            <a:r>
              <a:t>      "action": "call_cv_tool:bind_point_labels",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"bind_point_labels",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"ok=True",</a:t>
            </a:r>
          </a:p>
          <a:p xmlns:a="http://schemas.openxmlformats.org/drawingml/2006/main">
            <a:r>
              <a:t>      "duration_s": 0.4,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3,</a:t>
            </a:r>
          </a:p>
          <a:p xmlns:a="http://schemas.openxmlformats.org/drawingml/2006/main">
            <a:r>
              <a:t>      "action": "run_geometry_agent",</a:t>
            </a:r>
          </a:p>
          <a:p xmlns:a="http://schemas.openxmlformats.org/drawingml/2006/main">
            <a:r>
              <a:t>      "purpose": "Reconcile this figure. Verified labelled points (pixel coords, origin top-left): A(68.5,65), B(68.5,254), C(635.5,254), D(352,65), E(162.9,254), F(238.3,149.6). Detected segments: line_01 y=254 from x",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"instruction": "Reconcile this figure. Verified labelled points (pixel coords, origin top-left): A(68.5,65), B(68.5,254), C(635.5,254), D(352,65), E(162.9,254), F(238.3,149.6). Detected segments: line_01 y=254 from x=148 to 643 (base, through B? check B-E-C); line_02 from (643,259) to (344,60) i.e. C to D; line_03 y=65 from x=63 to 364 (A to D); line_04 from (165,259) to (66,60) (E to A); line_05 from (250,156) to (63,62) (A through F, F lies on it); line_06 dashed x=68.5 from y=60 to 257 (A to B); line_07 from (241,145) to (159,259) (F to E); line_08 dashed y=254 from x=67 to 200 (B to E). Determine the figure's structure: which segments are full edges between labelled vertices, whether F is on segment AE or elsewhere, whether dashed lines are auxiliary/hidden. Output objects: points with coords, segments as vertex pairs, and dashed flags. Do not invent labels; label_06 is unmatched - report if you find where it should be.",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"roi": null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merged={'objects': 14, 'relations': 5, 'conflicts': 2, 'rejected': []}",</a:t>
            </a:r>
          </a:p>
          <a:p xmlns:a="http://schemas.openxmlformats.org/drawingml/2006/main">
            <a:r>
              <a:t>      "duration_s": 28.16,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17639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4,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"Draw the figure with black thin strokes, no fills. Use TikZ y-up coordinates: flip y using y_tikz = -(y_px) scaled (scale about 0.0 to 1 unit = 1/100 of pixel, e.g. x_tikz = x_px/100, y_tikz = -y_px/1",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"generate",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"Draw the figure with black thin strokes, no fills. Use TikZ y-up coordinates: flip y using y_tikz = -(y_px) scaled (scale about 0.0 to 1 unit = 1/100 of pixel, e.g. x_tikz = x_px/100, y_tikz = -y_px/100). Points: A(68.5,65), B(68.5,254), C(635.5,254), D(352,65), E(162.9,254), F(238.3,149.6). Solid edges: A-D, D-C, C-B (base through E), A-E, F-E, A-F (A to F only). Dashed: A-B (vertical left side) and B-E (base portion between B and E is dashed). Label each point with its letter placed outside the vertex (A above-left, B below-left, C below-right, D above, E below, F above-right). Keep it compilable standalone document with tikz."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compile_ok=True; validation_passed=True; best_version=1",</a:t>
            </a:r>
          </a:p>
          <a:p xmlns:a="http://schemas.openxmlformats.org/drawingml/2006/main">
            <a:r>
              <a:t>      "duration_s": 13.28,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7344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5,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"line extents, dashed segments, label placement",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"line extents, dashed segments, label placement"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best_version=1; assessment_score=0.85; issues=2",</a:t>
            </a:r>
          </a:p>
          <a:p xmlns:a="http://schemas.openxmlformats.org/drawingml/2006/main">
            <a:r>
              <a:t>      "duration_s": 16.52,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8508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6,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"Repair: extend segment A-F beyond F to point G on the base line y=254 (pixel coords). Line A(68.5,65) to F(238.3,149.6) has slope ~0.498, so it meets y=254 at x≈448 -&gt; G ≈ (448,254) in pixels; use the",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"repair",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"Repair: extend segment A-F beyond F to point G on the base line y=254 (pixel coords). Line A(68.5,65) to F(238.3,149.6) has slope ~0.498, so it meets y=254 at x≈448 -&gt; G ≈ (448,254) in pixels; use the same scale as v1 (0.012719 cm/px, bbox-centred as in the existing tex). Draw F-G dashed (same dash style as A-B and B-E) and place a vertex G on base line with label 'G' placed below the line. Keep all other elements unchanged."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compile_ok=True; validation_passed=True; best_version=1",</a:t>
            </a:r>
          </a:p>
          <a:p xmlns:a="http://schemas.openxmlformats.org/drawingml/2006/main">
            <a:r>
              <a:t>      "duration_s": 11.67,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7879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7,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"verify dashed FG extension to G on base and G label",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"verify dashed FG extension to G on base and G label"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best_version=2; assessment_score=0.93",</a:t>
            </a:r>
          </a:p>
          <a:p xmlns:a="http://schemas.openxmlformats.org/drawingml/2006/main">
            <a:r>
              <a:t>      "duration_s": 14.73,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8392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8,</a:t>
            </a:r>
          </a:p>
          <a:p xmlns:a="http://schemas.openxmlformats.org/drawingml/2006/main">
            <a:r>
              <a:t>      "action": "finish",</a:t>
            </a:r>
          </a:p>
          <a:p xmlns:a="http://schemas.openxmlformats.org/drawingml/2006/main">
            <a:r>
              <a:t>      "purpose": "finish run",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"summary": "Produced a compiled TikZ reconstruction (version 2, critic-reviewed, must_repair=false, score 0.93). It contains vertices A, B, C, D, E, F, G with solid edges A-D, D-C, C-B, A-E, F-E, A-F, dashed A-B, B-E, and dashed F-G extension to G on base BC.",</a:t>
            </a:r>
          </a:p>
          <a:p xmlns:a="http://schemas.openxmlformats.org/drawingml/2006/main">
            <a:r>
              <a:t>        "unresolved": [</a:t>
            </a:r>
          </a:p>
          <a:p xmlns:a="http://schemas.openxmlformats.org/drawingml/2006/main">
            <a:r>
              <a:t>          "G's pixel position (448,254) was derived by extrapolating the A-F line, not from a detected point; it was not separately verified by CV.",</a:t>
            </a:r>
          </a:p>
          <a:p xmlns:a="http://schemas.openxmlformats.org/drawingml/2006/main">
            <a:r>
              <a:t>          "Solid/dashed styling of the base B-E and the F-G extension was judged from detector heuristics and critic feedback."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"status": "success"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best_version=2; status=success",</a:t>
            </a:r>
          </a:p>
          <a:p xmlns:a="http://schemas.openxmlformats.org/drawingml/2006/main">
            <a:r>
              <a:t>      "duration_s": 0,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"cv_runs":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"detect_lines",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8,</a:t>
            </a:r>
          </a:p>
          <a:p xmlns:a="http://schemas.openxmlformats.org/drawingml/2006/main">
            <a:r>
              <a:t>      "visualization": "outputs\\batch_v2\\1260_q_fig2\\cv\\detect_lines.png",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"bind_point_labels",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null,</a:t>
            </a:r>
          </a:p>
          <a:p xmlns:a="http://schemas.openxmlformats.org/drawingml/2006/main">
            <a:r>
              <a:t>      "visualization": "outputs\\batch_v2\\1260_q_fig2\\cv\\bind_point_labels.png",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"detect_right_angle_marker",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"roi": [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1,</a:t>
            </a:r>
          </a:p>
          <a:p xmlns:a="http://schemas.openxmlformats.org/drawingml/2006/main">
            <a:r>
              <a:t>          1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0,</a:t>
            </a:r>
          </a:p>
          <a:p xmlns:a="http://schemas.openxmlformats.org/drawingml/2006/main">
            <a:r>
              <a:t>      "visualization": "outputs\\batch_v2\\1260_q_fig2\\detect_right_angle_marker.png",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"analyze_line_style",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"segments":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59.6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257.4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66.6,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200.4,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148,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643,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3,</a:t>
            </a:r>
          </a:p>
          <a:p xmlns:a="http://schemas.openxmlformats.org/drawingml/2006/main">
            <a:r>
              <a:t>      "visualization": "outputs\\batch_v2\\1260_q_fig2\\analyze_line_style.png",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596f3255b43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ccca4152b4e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75d95325241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f20a662e646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fea9e973940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65b7ff73041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2CA11A-6474-4D79-983A-7F2DB2C3C5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07B749-14CD-484E-B097-9424A94033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AF9297-0893-4F19-8CC1-776D985BE5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984A6C-7DC6-403D-ACDB-A0A22B5BEA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4E2EA7-D909-463A-84E7-94FCA54562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9C787B-6A82-4B04-9DB2-4E876305A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3EED27-A54F-401C-B07F-909DB8E1EB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344C42-60F4-4E1D-AF6C-7F0934C3F9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C943F7-3B9C-49E9-BF71-A9087935F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98D3C5-E192-4513-89FE-8322E1BF1B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f602af14164247" /><Relationship Type="http://schemas.openxmlformats.org/officeDocument/2006/relationships/slideLayout" Target="/ppt/slideLayouts/slideLayout1.xml" Id="R9fdb17e194ce463c" /><Relationship Type="http://schemas.openxmlformats.org/officeDocument/2006/relationships/slideLayout" Target="/ppt/slideLayouts/slideLayout2.xml" Id="Rd65fe99fc3634f63" /><Relationship Type="http://schemas.openxmlformats.org/officeDocument/2006/relationships/slideLayout" Target="/ppt/slideLayouts/slideLayout3.xml" Id="Re5c9277e8dbb4666" /><Relationship Type="http://schemas.openxmlformats.org/officeDocument/2006/relationships/slideLayout" Target="/ppt/slideLayouts/slideLayout4.xml" Id="R1fc5a1863afc4b19" /><Relationship Type="http://schemas.openxmlformats.org/officeDocument/2006/relationships/slideLayout" Target="/ppt/slideLayouts/slideLayout5.xml" Id="Rde2e456d30754b49" /><Relationship Type="http://schemas.openxmlformats.org/officeDocument/2006/relationships/slideLayout" Target="/ppt/slideLayouts/slideLayout6.xml" Id="R1248722ba9dd4c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db17e194ce463c"/>
    <p:sldLayoutId xmlns:r="http://schemas.openxmlformats.org/officeDocument/2006/relationships" id="2147483650" r:id="Rd65fe99fc3634f63"/>
    <p:sldLayoutId xmlns:r="http://schemas.openxmlformats.org/officeDocument/2006/relationships" id="2147483651" r:id="Re5c9277e8dbb4666"/>
    <p:sldLayoutId xmlns:r="http://schemas.openxmlformats.org/officeDocument/2006/relationships" id="2147483652" r:id="R1fc5a1863afc4b19"/>
    <p:sldLayoutId xmlns:r="http://schemas.openxmlformats.org/officeDocument/2006/relationships" id="2147483653" r:id="Rde2e456d30754b49"/>
    <p:sldLayoutId xmlns:r="http://schemas.openxmlformats.org/officeDocument/2006/relationships" id="2147483654" r:id="R1248722ba9dd4c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afbd94e424a97" /><Relationship Type="http://schemas.openxmlformats.org/officeDocument/2006/relationships/image" Target="/ppt/media/image.png" Id="R7231271ea90a4988" /><Relationship Type="http://schemas.openxmlformats.org/officeDocument/2006/relationships/image" Target="/ppt/media/image2.png" Id="Rd8ca614e90064bce" /><Relationship Type="http://schemas.openxmlformats.org/officeDocument/2006/relationships/notesSlide" Target="/ppt/notesSlides/notesSlide1.xml" Id="R39baa9e794974d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328C4-307B-41F5-BD9A-8B987355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1260_q_fig2：模块调用与信息传递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330DE-FB72-4FE5-9B09-3523B9D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400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Supervisor 逐步调度，GES 保存共享证据；表中“传入”同时包含调用参数和程序自动提供的上下文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D594C-A760-49DA-BA33-E2319B18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4020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CFDAE4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77894-5869-4EBA-8427-0698F01609D6}"/>
              </a:ext>
            </a:extLst>
          </p:cNvPr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058400" cy="560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"/>
                <a:gridCol w="2057400"/>
                <a:gridCol w="3543300"/>
                <a:gridCol w="384810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调用对象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传入什么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返回什么 / 如何进入下一步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1–2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调 CV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detect_lines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bind_point_labels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当前原图（工具自动读取）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两次调用 params={}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条线段及坐标、A～F 标签绑定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 未绑定；结果写入 GES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摘要返回 Supervisor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委派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Geometry Agent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整理结构的指令 + 点线坐标 + GES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内部再调 detect_right_angle_marker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 analyze_line_style（检查 3 段）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submit_geometry 提交几何 JSON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 14 对象、5 关系、2 冲突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 F 在 AF 上，G 仍未绑定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委派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TikZ Agent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mode=generate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点线与标签绘制指令 + GES + 风格参数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指定实线 AD、DC、CB、AE、FE、AF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虚线 AB、BE；未要求绘制 FG 与 G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submit_tikz 提交完整 tex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自动编译、渲染、校验，产出 v1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编译通过，但仍有视觉遗漏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委派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 Agent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原图与 v1 的等尺度对比图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GES + 对象清单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focus：线段延伸、虚线、标签位置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FG 虚线缺失 high，G 标签缺失 medium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内部评分 0.85，must_repair=true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问题写入 GES，返回 Supervisor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委派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TikZ Agent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mode=repair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 AF 外推 G≈(448,254) px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修复指令 + v1 源码 + GES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编译信息 + Critic 的两项遗漏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补画 FG 虚线与 G 标签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再次自动编译、渲染、校验，产出 v2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待评审时 best_version 仍为 v1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7–8</a:t>
                      </a:r>
                    </a:p>
                  </a:txBody>
                  <a:tcPr marL="95250" marR="762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Supervisor 调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Critic，再 finish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Critic：原图与 v2 + GES，重点查 FG/G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finish：summary、status、unresolved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 确认补全，评分 0.93，选 v2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finish 返回 success，保留未决项</a:t>
                      </a:r>
                    </a:p>
                    <a:p>
                      <a:r>
                        <a:rPr sz="1463">
                          <a:solidFill>
                            <a:srgbClr val="16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归档最佳 tex / PDF / PNG 与日志</a:t>
                      </a:r>
                    </a:p>
                  </a:txBody>
                  <a:tcPr marL="95250" marR="762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A1223-93D5-496B-9677-EB6B259B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431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v1：FG 虚线和 G 标签缺失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BAA98-732B-4E4A-B44B-958B713DA9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1271ea90a4988"/>
          <a:stretch xmlns:a="http://schemas.openxmlformats.org/drawingml/2006/main"/>
        </p:blipFill>
        <p:spPr>
          <a:xfrm xmlns:a="http://schemas.openxmlformats.org/drawingml/2006/main">
            <a:off x="10953750" y="2375508"/>
            <a:ext cx="3676650" cy="166883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CEA4A-3DEF-4167-867D-9BC51E68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19575"/>
            <a:ext cx="367665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CFDA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78411-9035-4D20-8B97-0B0FB70A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386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v2：补齐后，Critic 复评通过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F5211-597A-4B96-8C82-C8CDB8DEE3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a614e90064bce"/>
          <a:stretch xmlns:a="http://schemas.openxmlformats.org/drawingml/2006/main"/>
        </p:blipFill>
        <p:spPr>
          <a:xfrm xmlns:a="http://schemas.openxmlformats.org/drawingml/2006/main">
            <a:off x="10953750" y="4871058"/>
            <a:ext cx="3676650" cy="166883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4BE87-7DD9-4DAF-A5D5-8238A2E6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858000"/>
            <a:ext cx="3676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本次仅 Critic 的大模型调用附图</a:t>
            </a:r>
          </a:p>
          <a:p xmlns:a="http://schemas.openxmlformats.org/drawingml/2006/main">
            <a: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Supervisor、Geometry、TikZ</a:t>
            </a:r>
          </a:p>
          <a:p xmlns:a="http://schemas.openxmlformats.org/drawingml/2006/main">
            <a:pPr>
              <a:def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依据坐标、GES 与文字反馈协作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207D9-9CD3-404B-AFDB-AC5BBC00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43825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GES = 共享的结构化工作记录；G 的坐标由外推得到，未经独立 CV 复核，最终仍保留历史冲突与未决项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34D2A-5910-4C99-A022-60ED5C15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43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GeoAgent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B39BA-5860-4D68-B71E-BACCCDD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438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03 / 03</a:t>
            </a:r>
          </a:p>
        </p:txBody>
      </p:sp>
    </p:spTree>
    <p:extLst>
      <p:ext uri="{BB962C8B-B14F-4D97-AF65-F5344CB8AC3E}">
        <p14:creationId xmlns:p14="http://schemas.microsoft.com/office/powerpoint/2010/main" val="1349784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2026-10-31T05:48:54.6520000Z</dcterms:created>
  <dcterms:modified xsi:type="dcterms:W3CDTF">2026-10-31T05:48:54.6520000Z</dcterms:modified>
</coreProperties>
</file>