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5" name="肘形连接符 44"/>
          <p:cNvCxnSpPr>
            <a:stCxn id="26" idx="1"/>
            <a:endCxn id="34" idx="3"/>
          </p:cNvCxnSpPr>
          <p:nvPr/>
        </p:nvCxnSpPr>
        <p:spPr>
          <a:xfrm flipH="1">
            <a:off x="10944225" y="4848225"/>
            <a:ext cx="733425" cy="2028825"/>
          </a:xfrm>
          <a:prstGeom prst="bentConnector3">
            <a:avLst>
              <a:gd name="adj1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44" name="直接箭头连接符 43"/>
          <p:cNvCxnSpPr>
            <a:stCxn id="40" idx="0"/>
            <a:endCxn id="26" idx="2"/>
          </p:cNvCxnSpPr>
          <p:nvPr/>
        </p:nvCxnSpPr>
        <p:spPr>
          <a:xfrm flipV="1">
            <a:off x="13154025" y="5467350"/>
            <a:ext cx="0" cy="838200"/>
          </a:xfrm>
          <a:prstGeom prst="straightConnector1">
            <a:avLst/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43" name="肘形连接符 42"/>
          <p:cNvCxnSpPr>
            <a:stCxn id="23" idx="2"/>
            <a:endCxn id="40" idx="1"/>
          </p:cNvCxnSpPr>
          <p:nvPr/>
        </p:nvCxnSpPr>
        <p:spPr>
          <a:xfrm>
            <a:off x="9467850" y="5467350"/>
            <a:ext cx="2209800" cy="1409700"/>
          </a:xfrm>
          <a:prstGeom prst="bentConnector5">
            <a:avLst>
              <a:gd name="adj1" fmla="val 0"/>
              <a:gd name="adj2" fmla="val 16216"/>
              <a:gd name="adj3" fmla="val 89655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9" name="肘形连接符 38"/>
          <p:cNvCxnSpPr>
            <a:stCxn id="23" idx="2"/>
            <a:endCxn id="34" idx="0"/>
          </p:cNvCxnSpPr>
          <p:nvPr/>
        </p:nvCxnSpPr>
        <p:spPr>
          <a:xfrm flipH="1">
            <a:off x="5776913" y="5467350"/>
            <a:ext cx="3690938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8" name="肘形连接符 37"/>
          <p:cNvCxnSpPr>
            <a:stCxn id="20" idx="2"/>
            <a:endCxn id="34" idx="0"/>
          </p:cNvCxnSpPr>
          <p:nvPr/>
        </p:nvCxnSpPr>
        <p:spPr>
          <a:xfrm>
            <a:off x="5772150" y="5467350"/>
            <a:ext cx="4763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7" name="肘形连接符 36"/>
          <p:cNvCxnSpPr>
            <a:stCxn id="17" idx="2"/>
            <a:endCxn id="34" idx="0"/>
          </p:cNvCxnSpPr>
          <p:nvPr/>
        </p:nvCxnSpPr>
        <p:spPr>
          <a:xfrm>
            <a:off x="2085975" y="5467350"/>
            <a:ext cx="3690938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2" name="肘形连接符 31"/>
          <p:cNvCxnSpPr>
            <a:stCxn id="9" idx="2"/>
            <a:endCxn id="26" idx="0"/>
          </p:cNvCxnSpPr>
          <p:nvPr/>
        </p:nvCxnSpPr>
        <p:spPr>
          <a:xfrm>
            <a:off x="7534275" y="3295650"/>
            <a:ext cx="5619750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1" name="肘形连接符 30"/>
          <p:cNvCxnSpPr>
            <a:stCxn id="9" idx="2"/>
            <a:endCxn id="23" idx="0"/>
          </p:cNvCxnSpPr>
          <p:nvPr/>
        </p:nvCxnSpPr>
        <p:spPr>
          <a:xfrm>
            <a:off x="7534275" y="3295650"/>
            <a:ext cx="1933575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0" name="肘形连接符 29"/>
          <p:cNvCxnSpPr>
            <a:stCxn id="9" idx="2"/>
            <a:endCxn id="20" idx="0"/>
          </p:cNvCxnSpPr>
          <p:nvPr/>
        </p:nvCxnSpPr>
        <p:spPr>
          <a:xfrm flipH="1">
            <a:off x="5772150" y="3295650"/>
            <a:ext cx="1762125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29" name="肘形连接符 28"/>
          <p:cNvCxnSpPr>
            <a:stCxn id="9" idx="2"/>
            <a:endCxn id="17" idx="0"/>
          </p:cNvCxnSpPr>
          <p:nvPr/>
        </p:nvCxnSpPr>
        <p:spPr>
          <a:xfrm flipH="1">
            <a:off x="2085975" y="3295650"/>
            <a:ext cx="5448300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15" name="肘形连接符 14"/>
          <p:cNvCxnSpPr>
            <a:stCxn id="6" idx="3"/>
            <a:endCxn id="9" idx="1"/>
          </p:cNvCxnSpPr>
          <p:nvPr/>
        </p:nvCxnSpPr>
        <p:spPr>
          <a:xfrm>
            <a:off x="3324225" y="2585720"/>
            <a:ext cx="971550" cy="52705"/>
          </a:xfrm>
          <a:prstGeom prst="bentConnector3">
            <a:avLst>
              <a:gd name="adj1" fmla="val -2483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sp>
        <p:nvSpPr>
          <p:cNvPr id="48" name="矩形 47"/>
          <p:cNvSpPr>
            <a:spLocks noGrp="1"/>
          </p:cNvSpPr>
          <p:nvPr/>
        </p:nvSpPr>
        <p:spPr>
          <a:xfrm>
            <a:off x="609600" y="400050"/>
            <a:ext cx="13811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3150" b="1">
              <a:solidFill>
                <a:srgbClr val="16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0490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输入几何图像，逐步提取证据并生成 TikZ，经编译和视觉评审后保留最佳版本</a:t>
            </a:r>
            <a:endParaRPr sz="1725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600200"/>
            <a:ext cx="14020800" cy="0"/>
          </a:xfrm>
          <a:prstGeom prst="line">
            <a:avLst/>
          </a:prstGeom>
          <a:ln w="13335">
            <a:solidFill>
              <a:srgbClr val="CFDAE4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014220"/>
            <a:ext cx="2714625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157095"/>
            <a:ext cx="23717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输入图像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595245"/>
            <a:ext cx="23717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TriGeoBench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95775" y="1981200"/>
            <a:ext cx="6477000" cy="1314450"/>
          </a:xfrm>
          <a:prstGeom prst="rect">
            <a:avLst/>
          </a:prstGeom>
          <a:solidFill>
            <a:srgbClr val="162A40"/>
          </a:solidFill>
          <a:ln w="15240">
            <a:solidFill>
              <a:srgbClr val="162A40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67225" y="2124075"/>
            <a:ext cx="61341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Supervisor </a:t>
            </a:r>
            <a:r>
              <a:rPr lang="en-US"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67225" y="2562225"/>
            <a:ext cx="61341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每步一个动作，依据 GES 与工具反馈选择下一步</a:t>
            </a:r>
            <a:endParaRPr sz="1650" b="0">
              <a:solidFill>
                <a:srgbClr val="E2E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806555" y="1976120"/>
            <a:ext cx="2895600" cy="1257300"/>
          </a:xfrm>
          <a:prstGeom prst="rect">
            <a:avLst/>
          </a:prstGeom>
          <a:solidFill>
            <a:srgbClr val="EBF3FA"/>
          </a:solidFill>
          <a:ln w="15240">
            <a:solidFill>
              <a:srgbClr val="117F78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978005" y="2118995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最终输出</a:t>
            </a:r>
            <a:endParaRPr lang="zh-CN" sz="2025" b="1">
              <a:solidFill>
                <a:srgbClr val="11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978005" y="2557145"/>
            <a:ext cx="2552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PNG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CV 工具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线段、圆弧、标签绑定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直角标记、虚实线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295775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467225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Geometry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67225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整合几何对象</a:t>
            </a: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91475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62925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TikZ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62925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生成或修改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LaTeX 源码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677650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849100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849100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原图与渲染图对照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输出问题与修复建议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6305550"/>
            <a:ext cx="10334625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117F78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" y="6448425"/>
            <a:ext cx="99917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GES 共享几何证据状态</a:t>
            </a:r>
            <a:endParaRPr sz="2025" b="1">
              <a:solidFill>
                <a:srgbClr val="11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1050" y="6886575"/>
            <a:ext cx="99917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 / 关系 / 证据 / 标签 / 冲突 / 版本 / 编译结果 / Critic 报告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677650" y="6305550"/>
            <a:ext cx="2952750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1849100" y="644842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自动编译与校验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849100" y="6886575"/>
            <a:ext cx="26098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</a:t>
            </a:r>
            <a:r>
              <a:rPr lang="zh-CN" altLang="en-US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源码编译为</a:t>
            </a:r>
            <a:r>
              <a:rPr lang="en-US" altLang="zh-CN"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PNG</a:t>
            </a:r>
            <a:endParaRPr lang="en-US" altLang="zh-CN"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肘形连接符 3"/>
          <p:cNvCxnSpPr/>
          <p:nvPr/>
        </p:nvCxnSpPr>
        <p:spPr>
          <a:xfrm>
            <a:off x="10788650" y="2638425"/>
            <a:ext cx="971550" cy="52705"/>
          </a:xfrm>
          <a:prstGeom prst="bentConnector3">
            <a:avLst>
              <a:gd name="adj1" fmla="val -2483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WPS 演示</Application>
  <PresentationFormat>Converted Presentation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陈曦</cp:lastModifiedBy>
  <cp:revision>3</cp:revision>
  <dcterms:created xsi:type="dcterms:W3CDTF">2026-10-31T05:19:00Z</dcterms:created>
  <dcterms:modified xsi:type="dcterms:W3CDTF">2026-10-31T06:04:24Z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78709F63FDED4892BE43AFA0C1D35D03_12</vt:lpwstr>
  </property>
  <property fmtid="{D5CDD505-2E9C-101B-9397-08002B2CF9AE}" pid="3" name="KSOProductBuildVer">
    <vt:lpwstr>2052-12.1.0.29161</vt:lpwstr>
  </property>
</Properties>
</file>