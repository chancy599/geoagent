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Case1260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?>
<ns0:Relationships xmlns:ns0="http://schemas.openxmlformats.org/package/2006/relationships"><ns0:Relationship Id="rId7" Type="http://schemas.openxmlformats.org/officeDocument/2006/relationships/tableStyles" Target="tableStyles.xml" /><ns0:Relationship Id="rId6" Type="http://schemas.openxmlformats.org/officeDocument/2006/relationships/viewProps" Target="viewProps.xml" /><ns0:Relationship Id="rId5" Type="http://schemas.openxmlformats.org/officeDocument/2006/relationships/presProps" Target="presProps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Case1260" Type="http://schemas.openxmlformats.org/officeDocument/2006/relationships/slide" Target="slides/slide2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'1.0' encoding='utf-8'?>
<ns0:Relationships xmlns:ns0="http://schemas.openxmlformats.org/package/2006/relationships"><ns0:Relationship Type="http://schemas.openxmlformats.org/officeDocument/2006/relationships/slide" Target="../slides/slide2.xml" Id="R6f3416ada26c4cd8" /><ns0:Relationship Type="http://schemas.openxmlformats.org/officeDocument/2006/relationships/notesMaster" Target="../notesMasters/notesMaster1.xml" Id="R5710497857c84b5d" /></ns0: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来源：outputs/ours100/stem/1260_q_fig2/state.json、llm_calls.jsonl，以及 geoagent/orchestration/runner.py 和各 Agent 代码。图中箭头表示处理顺序和关键信息的传递，各步骤实际均由 Supervisor 调用，结果返回 Supervisor，并非子 Agent 相互直接调用。GES 为结构化共享状态。Geometry 内部调用 detect_right_angle_marker（ROI全图，检出0个直角标记）、analyze_line_style（3段），保留虚实线争议与G未绑定项。Geometry提交14个对象、5条关系、2项冲突。生成首版指令只要求AF到F，没有要求FG或G。Critic通过原图/v1对比指出FG缺失high、G缺失medium，内部评分.85。Supervisor通过A(68.5,65)、F(238.3,149.6)与底边y=254外推G≈(448,254)，修复指令明确补FG虚线与G标签，沿用v1风格/尺度。TikZ修复自动获得旧源码、GES、编译信息、Critic问题。两次TikZ提交后均自动运行compile_tikz/render_pdf/validate_compilation。v2评审后才更新最佳版本，评分.93，must_repair=false，finish成功但仍保留未决项。内部评分不是外部SSIM指标。此次只有Critic的大模型调用has_images=true。图片为实际案例原图与v1/v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实际参数记录：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"action_history":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1,</a:t>
            </a:r>
          </a:p>
          <a:p xmlns:a="http://schemas.openxmlformats.org/drawingml/2006/main">
            <a:r>
              <a:t>      "action": "call_cv_tool:detect_lines",</a:t>
            </a:r>
          </a:p>
          <a:p xmlns:a="http://schemas.openxmlformats.org/drawingml/2006/main">
            <a:r>
              <a:t>      "purpose": "Find line segments in the figure",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"tool_name": "detect_lines",</a:t>
            </a:r>
          </a:p>
          <a:p xmlns:a="http://schemas.openxmlformats.org/drawingml/2006/main">
            <a:r>
              <a:t>        "params": {}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count=8",</a:t>
            </a:r>
          </a:p>
          <a:p xmlns:a="http://schemas.openxmlformats.org/drawingml/2006/main">
            <a:r>
              <a:t>      "duration_s": 0.18,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2,</a:t>
            </a:r>
          </a:p>
          <a:p xmlns:a="http://schemas.openxmlformats.org/drawingml/2006/main">
            <a:r>
              <a:t>      "action": "call_cv_tool:bind_point_labels",</a:t>
            </a:r>
          </a:p>
          <a:p xmlns:a="http://schemas.openxmlformats.org/drawingml/2006/main">
            <a:r>
              <a:t>      "purpose": "Bind labels to vertices",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"tool_name": "bind_point_labels",</a:t>
            </a:r>
          </a:p>
          <a:p xmlns:a="http://schemas.openxmlformats.org/drawingml/2006/main">
            <a:r>
              <a:t>        "params": {}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"ok=True",</a:t>
            </a:r>
          </a:p>
          <a:p xmlns:a="http://schemas.openxmlformats.org/drawingml/2006/main">
            <a:r>
              <a:t>      "duration_s": 0.4,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3,</a:t>
            </a:r>
          </a:p>
          <a:p xmlns:a="http://schemas.openxmlformats.org/drawingml/2006/main">
            <a:r>
              <a:t>      "action": "run_geometry_agent",</a:t>
            </a:r>
          </a:p>
          <a:p xmlns:a="http://schemas.openxmlformats.org/drawingml/2006/main">
            <a:r>
              <a:t>      "purpose": "Reconcile this figure. Verified labelled points (pixel coords, origin top-left): A(68.5,65), B(68.5,254), C(635.5,254), D(352,65), E(162.9,254), F(238.3,149.6). Detected segments: line_01 y=254 from x",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"instruction": "Reconcile this figure. Verified labelled points (pixel coords, origin top-left): A(68.5,65), B(68.5,254), C(635.5,254), D(352,65), E(162.9,254), F(238.3,149.6). Detected segments: line_01 y=254 from x=148 to 643 (base, through B? check B-E-C); line_02 from (643,259) to (344,60) i.e. C to D; line_03 y=65 from x=63 to 364 (A to D); line_04 from (165,259) to (66,60) (E to A); line_05 from (250,156) to (63,62) (A through F, F lies on it); line_06 dashed x=68.5 from y=60 to 257 (A to B); line_07 from (241,145) to (159,259) (F to E); line_08 dashed y=254 from x=67 to 200 (B to E). Determine the figure's structure: which segments are full edges between labelled vertices, whether F is on segment AE or elsewhere, whether dashed lines are auxiliary/hidden. Output objects: points with coords, segments as vertex pairs, and dashed flags. Do not invent labels; label_06 is unmatched - report if you find where it should be.",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"roi": null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merged={'objects': 14, 'relations': 5, 'conflicts': 2, 'rejected': []}",</a:t>
            </a:r>
          </a:p>
          <a:p xmlns:a="http://schemas.openxmlformats.org/drawingml/2006/main">
            <a:r>
              <a:t>      "duration_s": 28.16,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17639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4,</a:t>
            </a:r>
          </a:p>
          <a:p xmlns:a="http://schemas.openxmlformats.org/drawingml/2006/main">
            <a:r>
              <a:t>      "action": "run_tikz_agent",</a:t>
            </a:r>
          </a:p>
          <a:p xmlns:a="http://schemas.openxmlformats.org/drawingml/2006/main">
            <a:r>
              <a:t>      "purpose": "Draw the figure with black thin strokes, no fills. Use TikZ y-up coordinates: flip y using y_tikz = -(y_px) scaled (scale about 0.0 to 1 unit = 1/100 of pixel, e.g. x_tikz = x_px/100, y_tikz = -y_px/1",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"mode": "generate",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"instruction": "Draw the figure with black thin strokes, no fills. Use TikZ y-up coordinates: flip y using y_tikz = -(y_px) scaled (scale about 0.0 to 1 unit = 1/100 of pixel, e.g. x_tikz = x_px/100, y_tikz = -y_px/100). Points: A(68.5,65), B(68.5,254), C(635.5,254), D(352,65), E(162.9,254), F(238.3,149.6). Solid edges: A-D, D-C, C-B (base through E), A-E, F-E, A-F (A to F only). Dashed: A-B (vertical left side) and B-E (base portion between B and E is dashed). Label each point with its letter placed outside the vertex (A above-left, B below-left, C below-right, D above, E below, F above-right). Keep it compilable standalone document with tikz."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version=1; compile_ok=True; validation_passed=True; best_version=1",</a:t>
            </a:r>
          </a:p>
          <a:p xmlns:a="http://schemas.openxmlformats.org/drawingml/2006/main">
            <a:r>
              <a:t>      "duration_s": 13.28,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7344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5,</a:t>
            </a:r>
          </a:p>
          <a:p xmlns:a="http://schemas.openxmlformats.org/drawingml/2006/main">
            <a:r>
              <a:t>      "action": "run_critic",</a:t>
            </a:r>
          </a:p>
          <a:p xmlns:a="http://schemas.openxmlformats.org/drawingml/2006/main">
            <a:r>
              <a:t>      "purpose": "line extents, dashed segments, label placement",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"focus": "line extents, dashed segments, label placement"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version=1; best_version=1; assessment_score=0.85; issues=2",</a:t>
            </a:r>
          </a:p>
          <a:p xmlns:a="http://schemas.openxmlformats.org/drawingml/2006/main">
            <a:r>
              <a:t>      "duration_s": 16.52,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8508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1,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6,</a:t>
            </a:r>
          </a:p>
          <a:p xmlns:a="http://schemas.openxmlformats.org/drawingml/2006/main">
            <a:r>
              <a:t>      "action": "run_tikz_agent",</a:t>
            </a:r>
          </a:p>
          <a:p xmlns:a="http://schemas.openxmlformats.org/drawingml/2006/main">
            <a:r>
              <a:t>      "purpose": "Repair: extend segment A-F beyond F to point G on the base line y=254 (pixel coords). Line A(68.5,65) to F(238.3,149.6) has slope ~0.498, so it meets y=254 at x≈448 -&gt; G ≈ (448,254) in pixels; use the",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"mode": "repair",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"instruction": "Repair: extend segment A-F beyond F to point G on the base line y=254 (pixel coords). Line A(68.5,65) to F(238.3,149.6) has slope ~0.498, so it meets y=254 at x≈448 -&gt; G ≈ (448,254) in pixels; use the same scale as v1 (0.012719 cm/px, bbox-centred as in the existing tex). Draw F-G dashed (same dash style as A-B and B-E) and place a vertex G on base line with label 'G' placed below the line. Keep all other elements unchanged."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version=2; compile_ok=True; validation_passed=True; best_version=1",</a:t>
            </a:r>
          </a:p>
          <a:p xmlns:a="http://schemas.openxmlformats.org/drawingml/2006/main">
            <a:r>
              <a:t>      "duration_s": 11.67,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7879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7,</a:t>
            </a:r>
          </a:p>
          <a:p xmlns:a="http://schemas.openxmlformats.org/drawingml/2006/main">
            <a:r>
              <a:t>      "action": "run_critic",</a:t>
            </a:r>
          </a:p>
          <a:p xmlns:a="http://schemas.openxmlformats.org/drawingml/2006/main">
            <a:r>
              <a:t>      "purpose": "verify dashed FG extension to G on base and G label",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"focus": "verify dashed FG extension to G on base and G label"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version=2; best_version=2; assessment_score=0.93",</a:t>
            </a:r>
          </a:p>
          <a:p xmlns:a="http://schemas.openxmlformats.org/drawingml/2006/main">
            <a:r>
              <a:t>      "duration_s": 14.73,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8392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1,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8,</a:t>
            </a:r>
          </a:p>
          <a:p xmlns:a="http://schemas.openxmlformats.org/drawingml/2006/main">
            <a:r>
              <a:t>      "action": "finish",</a:t>
            </a:r>
          </a:p>
          <a:p xmlns:a="http://schemas.openxmlformats.org/drawingml/2006/main">
            <a:r>
              <a:t>      "purpose": "finish run",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"summary": "Produced a compiled TikZ reconstruction (version 2, critic-reviewed, must_repair=false, score 0.93). It contains vertices A, B, C, D, E, F, G with solid edges A-D, D-C, C-B, A-E, F-E, A-F, dashed A-B, B-E, and dashed F-G extension to G on base BC.",</a:t>
            </a:r>
          </a:p>
          <a:p xmlns:a="http://schemas.openxmlformats.org/drawingml/2006/main">
            <a:r>
              <a:t>        "unresolved": [</a:t>
            </a:r>
          </a:p>
          <a:p xmlns:a="http://schemas.openxmlformats.org/drawingml/2006/main">
            <a:r>
              <a:t>          "G's pixel position (448,254) was derived by extrapolating the A-F line, not from a detected point; it was not separately verified by CV.",</a:t>
            </a:r>
          </a:p>
          <a:p xmlns:a="http://schemas.openxmlformats.org/drawingml/2006/main">
            <a:r>
              <a:t>          "Solid/dashed styling of the base B-E and the F-G extension was judged from detector heuristics and critic feedback."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"status": "success"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best_version=2; status=success",</a:t>
            </a:r>
          </a:p>
          <a:p xmlns:a="http://schemas.openxmlformats.org/drawingml/2006/main">
            <a:r>
              <a:t>      "duration_s": 0,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"cv_runs":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"detect_lines",</a:t>
            </a:r>
          </a:p>
          <a:p xmlns:a="http://schemas.openxmlformats.org/drawingml/2006/main">
            <a:r>
              <a:t>      "params": {},</a:t>
            </a:r>
          </a:p>
          <a:p xmlns:a="http://schemas.openxmlformats.org/drawingml/2006/main">
            <a:r>
              <a:t>      "purpose": "Find line segments in the figure",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8,</a:t>
            </a:r>
          </a:p>
          <a:p xmlns:a="http://schemas.openxmlformats.org/drawingml/2006/main">
            <a:r>
              <a:t>      "visualization": "outputs\\batch_v2\\1260_q_fig2\\cv\\detect_lines.png",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"bind_point_labels",</a:t>
            </a:r>
          </a:p>
          <a:p xmlns:a="http://schemas.openxmlformats.org/drawingml/2006/main">
            <a:r>
              <a:t>      "params": {},</a:t>
            </a:r>
          </a:p>
          <a:p xmlns:a="http://schemas.openxmlformats.org/drawingml/2006/main">
            <a:r>
              <a:t>      "purpose": "Bind labels to vertices",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null,</a:t>
            </a:r>
          </a:p>
          <a:p xmlns:a="http://schemas.openxmlformats.org/drawingml/2006/main">
            <a:r>
              <a:t>      "visualization": "outputs\\batch_v2\\1260_q_fig2\\cv\\bind_point_labels.png",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"detect_right_angle_marker",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"roi": [</a:t>
            </a:r>
          </a:p>
          <a:p xmlns:a="http://schemas.openxmlformats.org/drawingml/2006/main">
            <a:r>
              <a:t>          0,</a:t>
            </a:r>
          </a:p>
          <a:p xmlns:a="http://schemas.openxmlformats.org/drawingml/2006/main">
            <a:r>
              <a:t>          0,</a:t>
            </a:r>
          </a:p>
          <a:p xmlns:a="http://schemas.openxmlformats.org/drawingml/2006/main">
            <a:r>
              <a:t>          1,</a:t>
            </a:r>
          </a:p>
          <a:p xmlns:a="http://schemas.openxmlformats.org/drawingml/2006/main">
            <a:r>
              <a:t>          1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"purpose": null,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0,</a:t>
            </a:r>
          </a:p>
          <a:p xmlns:a="http://schemas.openxmlformats.org/drawingml/2006/main">
            <a:r>
              <a:t>      "visualization": "outputs\\batch_v2\\1260_q_fig2\\detect_right_angle_marker.png",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"analyze_line_style",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"segments":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68.5,</a:t>
            </a:r>
          </a:p>
          <a:p xmlns:a="http://schemas.openxmlformats.org/drawingml/2006/main">
            <a:r>
              <a:t>              59.6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68.5,</a:t>
            </a:r>
          </a:p>
          <a:p xmlns:a="http://schemas.openxmlformats.org/drawingml/2006/main">
            <a:r>
              <a:t>              257.4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66.6,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200.4,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148,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643,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"purpose": null,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3,</a:t>
            </a:r>
          </a:p>
          <a:p xmlns:a="http://schemas.openxmlformats.org/drawingml/2006/main">
            <a:r>
              <a:t>      "visualization": "outputs\\batch_v2\\1260_q_fig2\\analyze_line_style.png",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6.xml" Id="Rc1e1387032ea4dc4" /><ns0:Relationship Type="http://schemas.openxmlformats.org/officeDocument/2006/relationships/image" Target="../media/case1260_image.png" Id="Rdee617a698ac469e" /><ns0:Relationship Type="http://schemas.openxmlformats.org/officeDocument/2006/relationships/image" Target="../media/case1260_image2.png" Id="R6e50bdf3c09b4db4" /><ns0:Relationship Type="http://schemas.openxmlformats.org/officeDocument/2006/relationships/image" Target="../media/case1260_image3.png" Id="Rbe6c55db7bd34121" /><ns0:Relationship Type="http://schemas.openxmlformats.org/officeDocument/2006/relationships/notesSlide" Target="../notesSlides/notesSlide2.xml" Id="Re4a033cbc7f54869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45" name="肘形连接符 44"/>
          <p:cNvCxnSpPr>
            <a:stCxn id="26" idx="1"/>
            <a:endCxn id="34" idx="3"/>
          </p:cNvCxnSpPr>
          <p:nvPr/>
        </p:nvCxnSpPr>
        <p:spPr>
          <a:xfrm flipH="1">
            <a:off x="10944225" y="4848225"/>
            <a:ext cx="733425" cy="2028825"/>
          </a:xfrm>
          <a:prstGeom prst="bentConnector3">
            <a:avLst>
              <a:gd name="adj1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44" name="直接箭头连接符 43"/>
          <p:cNvCxnSpPr>
            <a:stCxn id="40" idx="0"/>
            <a:endCxn id="26" idx="2"/>
          </p:cNvCxnSpPr>
          <p:nvPr/>
        </p:nvCxnSpPr>
        <p:spPr>
          <a:xfrm flipV="1">
            <a:off x="13154025" y="5467350"/>
            <a:ext cx="0" cy="838200"/>
          </a:xfrm>
          <a:prstGeom prst="straightConnector1">
            <a:avLst/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43" name="肘形连接符 42"/>
          <p:cNvCxnSpPr>
            <a:stCxn id="23" idx="2"/>
            <a:endCxn id="40" idx="1"/>
          </p:cNvCxnSpPr>
          <p:nvPr/>
        </p:nvCxnSpPr>
        <p:spPr>
          <a:xfrm>
            <a:off x="9467850" y="5467350"/>
            <a:ext cx="2209800" cy="1409700"/>
          </a:xfrm>
          <a:prstGeom prst="bentConnector5">
            <a:avLst>
              <a:gd name="adj1" fmla="val 0"/>
              <a:gd name="adj2" fmla="val 16216"/>
              <a:gd name="adj3" fmla="val 89655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9" name="肘形连接符 38"/>
          <p:cNvCxnSpPr>
            <a:stCxn id="23" idx="2"/>
            <a:endCxn id="34" idx="0"/>
          </p:cNvCxnSpPr>
          <p:nvPr/>
        </p:nvCxnSpPr>
        <p:spPr>
          <a:xfrm flipH="1">
            <a:off x="5776913" y="5467350"/>
            <a:ext cx="3690938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8" name="肘形连接符 37"/>
          <p:cNvCxnSpPr>
            <a:stCxn id="20" idx="2"/>
            <a:endCxn id="34" idx="0"/>
          </p:cNvCxnSpPr>
          <p:nvPr/>
        </p:nvCxnSpPr>
        <p:spPr>
          <a:xfrm>
            <a:off x="5772150" y="5467350"/>
            <a:ext cx="4763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7" name="肘形连接符 36"/>
          <p:cNvCxnSpPr>
            <a:stCxn id="17" idx="2"/>
            <a:endCxn id="34" idx="0"/>
          </p:cNvCxnSpPr>
          <p:nvPr/>
        </p:nvCxnSpPr>
        <p:spPr>
          <a:xfrm>
            <a:off x="2085975" y="5467350"/>
            <a:ext cx="3690938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2" name="肘形连接符 31"/>
          <p:cNvCxnSpPr>
            <a:stCxn id="9" idx="2"/>
            <a:endCxn id="26" idx="0"/>
          </p:cNvCxnSpPr>
          <p:nvPr/>
        </p:nvCxnSpPr>
        <p:spPr>
          <a:xfrm>
            <a:off x="7534275" y="3295650"/>
            <a:ext cx="5619750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1" name="肘形连接符 30"/>
          <p:cNvCxnSpPr>
            <a:stCxn id="9" idx="2"/>
            <a:endCxn id="23" idx="0"/>
          </p:cNvCxnSpPr>
          <p:nvPr/>
        </p:nvCxnSpPr>
        <p:spPr>
          <a:xfrm>
            <a:off x="7534275" y="3295650"/>
            <a:ext cx="1933575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0" name="肘形连接符 29"/>
          <p:cNvCxnSpPr>
            <a:stCxn id="9" idx="2"/>
            <a:endCxn id="20" idx="0"/>
          </p:cNvCxnSpPr>
          <p:nvPr/>
        </p:nvCxnSpPr>
        <p:spPr>
          <a:xfrm flipH="1">
            <a:off x="5772150" y="3295650"/>
            <a:ext cx="1762125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29" name="肘形连接符 28"/>
          <p:cNvCxnSpPr>
            <a:stCxn id="9" idx="2"/>
            <a:endCxn id="17" idx="0"/>
          </p:cNvCxnSpPr>
          <p:nvPr/>
        </p:nvCxnSpPr>
        <p:spPr>
          <a:xfrm flipH="1">
            <a:off x="2085975" y="3295650"/>
            <a:ext cx="5448300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15" name="肘形连接符 14"/>
          <p:cNvCxnSpPr>
            <a:stCxn id="6" idx="3"/>
            <a:endCxn id="9" idx="1"/>
          </p:cNvCxnSpPr>
          <p:nvPr/>
        </p:nvCxnSpPr>
        <p:spPr>
          <a:xfrm>
            <a:off x="3324225" y="2585720"/>
            <a:ext cx="971550" cy="52705"/>
          </a:xfrm>
          <a:prstGeom prst="bentConnector3">
            <a:avLst>
              <a:gd name="adj1" fmla="val -2483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sp>
        <p:nvSpPr>
          <p:cNvPr id="48" name="矩形 47"/>
          <p:cNvSpPr>
            <a:spLocks noGrp="1"/>
          </p:cNvSpPr>
          <p:nvPr/>
        </p:nvSpPr>
        <p:spPr>
          <a:xfrm>
            <a:off x="609600" y="400050"/>
            <a:ext cx="13811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3150" b="1">
              <a:solidFill>
                <a:srgbClr val="16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0490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输入几何图像，逐步提取证据并生成 TikZ，经编译和视觉评审后保留最佳版本</a:t>
            </a:r>
            <a:endParaRPr sz="1725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600200"/>
            <a:ext cx="14020800" cy="0"/>
          </a:xfrm>
          <a:prstGeom prst="line">
            <a:avLst/>
          </a:prstGeom>
          <a:ln w="13335">
            <a:solidFill>
              <a:srgbClr val="CFDAE4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014220"/>
            <a:ext cx="2714625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157095"/>
            <a:ext cx="23717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输入图像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595245"/>
            <a:ext cx="23717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TriGeoBench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295775" y="1981200"/>
            <a:ext cx="6477000" cy="1314450"/>
          </a:xfrm>
          <a:prstGeom prst="rect">
            <a:avLst/>
          </a:prstGeom>
          <a:solidFill>
            <a:srgbClr val="162A40"/>
          </a:solidFill>
          <a:ln w="15240">
            <a:solidFill>
              <a:srgbClr val="162A40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67225" y="2124075"/>
            <a:ext cx="61341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Supervisor </a:t>
            </a:r>
            <a:r>
              <a:rPr lang="en-US"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67225" y="2562225"/>
            <a:ext cx="61341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每步一个动作，依据 GES 与工具反馈选择下一步</a:t>
            </a:r>
            <a:endParaRPr sz="1650" b="0">
              <a:solidFill>
                <a:srgbClr val="E2E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806555" y="1976120"/>
            <a:ext cx="2895600" cy="1257300"/>
          </a:xfrm>
          <a:prstGeom prst="rect">
            <a:avLst/>
          </a:prstGeom>
          <a:solidFill>
            <a:srgbClr val="EBF3FA"/>
          </a:solidFill>
          <a:ln w="15240">
            <a:solidFill>
              <a:srgbClr val="117F78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978005" y="2118995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最终输出</a:t>
            </a:r>
            <a:endParaRPr lang="zh-CN" sz="2025" b="1">
              <a:solidFill>
                <a:srgbClr val="11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978005" y="2557145"/>
            <a:ext cx="2552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</a:t>
            </a: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PNG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CV 工具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线段、圆弧、标签绑定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直角标记、虚实线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295775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467225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Geometry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67225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整合几何对象</a:t>
            </a:r>
            <a:r>
              <a:rPr 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991475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162925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TikZ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162925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生成或修改</a:t>
            </a: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LaTeX 源码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677650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1849100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849100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原图与渲染图对照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输出问题与修复建议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6305550"/>
            <a:ext cx="10334625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117F78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1050" y="6448425"/>
            <a:ext cx="99917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GES 共享几何证据状态</a:t>
            </a:r>
            <a:endParaRPr sz="2025" b="1">
              <a:solidFill>
                <a:srgbClr val="11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81050" y="6886575"/>
            <a:ext cx="99917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 / 关系 / 证据 / 标签 / 冲突 / 版本 / 编译结果 / Critic 报告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677650" y="6305550"/>
            <a:ext cx="2952750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1849100" y="644842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自动编译与校验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849100" y="6886575"/>
            <a:ext cx="26098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</a:t>
            </a:r>
            <a:r>
              <a:rPr lang="zh-CN" altLang="en-US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源码编译为</a:t>
            </a:r>
            <a:r>
              <a:rPr lang="en-US" alt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PNG</a:t>
            </a:r>
            <a:endParaRPr lang="en-US" altLang="zh-CN"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肘形连接符 3"/>
          <p:cNvCxnSpPr/>
          <p:nvPr/>
        </p:nvCxnSpPr>
        <p:spPr>
          <a:xfrm>
            <a:off x="10788650" y="2638425"/>
            <a:ext cx="971550" cy="52705"/>
          </a:xfrm>
          <a:prstGeom prst="bentConnector3">
            <a:avLst>
              <a:gd name="adj1" fmla="val -2483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FE5FD-F9F7-4FEA-863E-5B7051D24EDB}"/>
              </a:ext>
            </a:extLst>
          </p:cNvPr>
          <p:cNvCxnSpPr>
            <a:stCxn xmlns:a="http://schemas.openxmlformats.org/drawingml/2006/main" id="18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4343400" y="54483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17F78"/>
            </a:solidFill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FADF69-89D9-4A0C-AD3B-B291D600E3B4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9486900" y="54483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F5B22"/>
            </a:solidFill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2FC048-7CF1-4A6E-8DAD-62BE07788E42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2763500" y="3886200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05EAB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6AF5D-1E7B-4B74-9A67-52FDA2DFFB4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486900" y="32575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05EAB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686A6-6592-4DA8-92A0-B5C0CA037F4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43400" y="32575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05EAB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9C06A6-44CA-4B3C-9CB1-A4A2CB9C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1260_q_fig2：这张图是怎么处理的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8E611-ED7A-4220-9925-6AF0BB33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400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先提取点线，再生成代码；发现漏画后，把问题交回去修一轮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05390-04E2-49BE-98D6-68C35E51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4020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CFDAE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92802-9D48-418C-B4DB-1E7CCFAB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主 Agent 串起每一步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5BD28-9D52-402F-85CC-B16D9B83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结果都回给主 Agent，点线、几何关系和评审问题都记进 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C3394-212C-4749-A5D3-D289E15C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ECB9E-8150-4762-8310-EFF6973F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①–②  CV：先找线、再绑字母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1C82D-E0A0-4D1A-857A-62D9134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找到 8 条线段，A～F 绑上了</a:t>
            </a:r>
          </a:p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G 有字母，但没找到对应顶点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6641B-5739-4C8B-9FD8-7A6B3233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2890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12589-65C7-4940-AF1F-F592E802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622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③  Geometry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2B8AF-2623-49CC-9872-9DD99E91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7182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补查直角与虚实线，整理点线关系</a:t>
            </a:r>
          </a:p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交出几何 JSON，G 先留作未决项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17099-848C-4E7B-82CC-FDA9BFB9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62890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3774C-91DE-41D3-AB23-544175C4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7622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④  TikZ：照着结构画第一版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59986-428C-4A4A-8BA4-42A63B4F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17182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拿到几何结构、绘图指令和风格参数</a:t>
            </a:r>
          </a:p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写出源码，自动编译成 v1 图片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68DCC-7356-439D-848C-4A9E8242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1965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AF5B2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32337-A5D3-4E69-A682-F44DD129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⑤  Critic：和原图对一对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3FDB2-4785-4AC7-96DF-7B023AC7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36257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看原图、v1 和对象清单</a:t>
            </a:r>
          </a:p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“少了 FG 虚线，也少了 G 标签！”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5A754-F1E0-4989-9CFA-6BA967A8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1965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9E100-C8FD-488D-B5EF-D5ABB0A0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5300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⑥  主 Agent 交回 TikZ 修复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C410F-CFB6-4FED-9830-1077BE34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6257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主 Agent 沿 AF 推算 G 的位置</a:t>
            </a:r>
          </a:p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TikZ 补线、补标签，重新编译成 v2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2E1E0-AA73-4C74-A3F6-14A8FF79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7F5"/>
          </a:solidFill>
          <a:ln xmlns:a="http://schemas.openxmlformats.org/drawingml/2006/main" w="14288">
            <a:solidFill>
              <a:srgbClr val="117F7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7C7D0-4D46-48A3-9666-F2AE4306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⑦–⑧  再看一遍，保留结果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CB8713-EA99-410F-9890-A2810EA6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257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Critic：“这次补全了”</a:t>
            </a:r>
          </a:p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主 Agent 收尾，保留 v2 的源码和图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364BFA-A626-4A28-8AAF-89E2D7FD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114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标签绑定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4D7D25-A7F1-4044-BFFD-2A300D67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114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几何结构</a:t>
            </a:r>
          </a:p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绘图指令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92C55E-CA3E-466B-9B60-DC7B160B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229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原图 + v1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CDAAE9-DE4C-41F6-A927-4AC0D957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577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问题+旧代码</a:t>
            </a:r>
          </a:p>
          <a:p xmlns:a="http://schemas.openxmlformats.org/drawingml/2006/main">
            <a: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补上 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CA252F-B457-49C1-BA9E-2B0B65E8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1304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v2 渲染图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1835CA-D8C8-4FDE-8358-3530C052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原始输入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8A2CE9-D175-479E-9BD1-4499D6CD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4389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v1：遗漏 FG 与 G，评分 0.85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70D0C3-EF74-4748-A0EB-C34A3F73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389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v2：补全后，评分 0.93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541444-7671-4B59-80C8-FF1FA522F6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617a698ac469e"/>
          <a:stretch xmlns:a="http://schemas.openxmlformats.org/drawingml/2006/main"/>
        </p:blipFill>
        <p:spPr>
          <a:xfrm xmlns:a="http://schemas.openxmlformats.org/drawingml/2006/main">
            <a:off x="1039044" y="6753225"/>
            <a:ext cx="2874913" cy="1304925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8B0DB1-01BF-41CD-9964-613D9E6A05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0bdf3c09b4db4"/>
          <a:stretch xmlns:a="http://schemas.openxmlformats.org/drawingml/2006/main"/>
        </p:blipFill>
        <p:spPr>
          <a:xfrm xmlns:a="http://schemas.openxmlformats.org/drawingml/2006/main">
            <a:off x="6182544" y="6753225"/>
            <a:ext cx="2874913" cy="1304925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AB8113-045B-4A11-A23B-B0D7814EE2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c55db7bd34121"/>
          <a:stretch xmlns:a="http://schemas.openxmlformats.org/drawingml/2006/main"/>
        </p:blipFill>
        <p:spPr>
          <a:xfrm xmlns:a="http://schemas.openxmlformats.org/drawingml/2006/main">
            <a:off x="11326044" y="6753225"/>
            <a:ext cx="2874913" cy="1304925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CF0099-BBE4-4F90-B607-91B8C320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81975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G≈(448,254) 来自几何外推；本次只有 Critic 的大模型调用附图，其余主要依据坐标与文字反馈</a:t>
            </a:r>
          </a:p>
        </p:txBody>
      </p:sp>
    </p:spTree>
    <p:extLst>
      <p:ext uri="{BB962C8B-B14F-4D97-AF65-F5344CB8AC3E}">
        <p14:creationId xmlns:p14="http://schemas.microsoft.com/office/powerpoint/2010/main" val="140522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WPS 演示</Application>
  <PresentationFormat>Converted Presentation</PresentationFormat>
  <Paragraphs>42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宋体</vt:lpstr>
      <vt:lpstr>Wingdings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陈曦</cp:lastModifiedBy>
  <cp:revision>3</cp:revision>
  <dcterms:created xsi:type="dcterms:W3CDTF">2026-10-31T05:19:00Z</dcterms:created>
  <dcterms:modified xsi:type="dcterms:W3CDTF">2026-10-31T06:04:24Z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78709F63FDED4892BE43AFA0C1D35D03_12</vt:lpwstr>
  </property>
  <property fmtid="{D5CDD505-2E9C-101B-9397-08002B2CF9AE}" pid="3" name="KSOProductBuildVer">
    <vt:lpwstr>2052-12.1.0.29161</vt:lpwstr>
  </property>
</Properties>
</file>