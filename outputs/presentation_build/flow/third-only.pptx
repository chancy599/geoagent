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3b6e0cbba64c0a" /><Relationship Type="http://schemas.openxmlformats.org/officeDocument/2006/relationships/extended-properties" Target="/docProps/app.xml" Id="R3b8c9a3eded74b5f" /><Relationship Type="http://schemas.openxmlformats.org/officeDocument/2006/relationships/officeDocument" Target="/ppt/presentation.xml" Id="R6f0af648ac2a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71d01df6ab4341"/>
  </p:sldMasterIdLst>
  <p:notesMasterIdLst>
    <p:notesMasterId xmlns:r="http://schemas.openxmlformats.org/officeDocument/2006/relationships" r:id="R4d5f94b6045f4713"/>
  </p:notesMasterIdLst>
  <p:sldIdLst>
    <p:sldId xmlns:r="http://schemas.openxmlformats.org/officeDocument/2006/relationships" id="256" r:id="R197e3b3dbf1643e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f4eed6bbf34ee3" /><Relationship Type="http://schemas.openxmlformats.org/officeDocument/2006/relationships/slideMaster" Target="/ppt/slideMasters/slideMaster1.xml" Id="R5971d01df6ab4341" /><Relationship Type="http://schemas.openxmlformats.org/officeDocument/2006/relationships/notesMaster" Target="/ppt/notesMasters/notesMaster1.xml" Id="R4d5f94b6045f4713" /><Relationship Type="http://schemas.openxmlformats.org/officeDocument/2006/relationships/presProps" Target="/ppt/presProps.xml" Id="Rf847790811504828" /><Relationship Type="http://schemas.openxmlformats.org/officeDocument/2006/relationships/tableStyles" Target="/ppt/tableStyles.xml" Id="R0faa4b302bfb4977" /><Relationship Type="http://schemas.openxmlformats.org/officeDocument/2006/relationships/slide" Target="/ppt/slides/slide1.xml" Id="R197e3b3dbf1643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1c6a8355eb41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4264fba07742ab" /><Relationship Type="http://schemas.openxmlformats.org/officeDocument/2006/relationships/notesMaster" Target="/ppt/notesMasters/notesMaster1.xml" Id="R578427f6c9dc48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来源：outputs/ours100/stem/1260_q_fig2/state.json、llm_calls.jsonl，以及 geoagent/orchestration/runner.py 和各 Agent 代码。图中箭头表示处理顺序和关键信息的传递，各步骤实际均由 Supervisor 调用，结果返回 Supervisor，并非子 Agent 相互直接调用。GES 为结构化共享状态。Geometry 内部调用 detect_right_angle_marker（ROI全图，检出0个直角标记）、analyze_line_style（3段），保留虚实线争议与G未绑定项。Geometry提交14个对象、5条关系、2项冲突。生成首版指令只要求AF到F，没有要求FG或G。Critic通过原图/v1对比指出FG缺失high、G缺失medium，内部评分.85。Supervisor通过A(68.5,65)、F(238.3,149.6)与底边y=254外推G≈(448,254)，修复指令明确补FG虚线与G标签，沿用v1风格/尺度。TikZ修复自动获得旧源码、GES、编译信息、Critic问题。两次TikZ提交后均自动运行compile_tikz/render_pdf/validate_compilation。v2评审后才更新最佳版本，评分.93，must_repair=false，finish成功但仍保留未决项。内部评分不是外部SSIM指标。此次只有Critic的大模型调用has_images=true。图片为实际案例原图与v1/v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实际参数记录：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"action_history":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1,</a:t>
            </a:r>
          </a:p>
          <a:p xmlns:a="http://schemas.openxmlformats.org/drawingml/2006/main">
            <a:r>
              <a:t>      "action": "call_cv_tool:detect_lines",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"detect_lines",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count=8",</a:t>
            </a:r>
          </a:p>
          <a:p xmlns:a="http://schemas.openxmlformats.org/drawingml/2006/main">
            <a:r>
              <a:t>      "duration_s": 0.18,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2,</a:t>
            </a:r>
          </a:p>
          <a:p xmlns:a="http://schemas.openxmlformats.org/drawingml/2006/main">
            <a:r>
              <a:t>      "action": "call_cv_tool:bind_point_labels",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"tool_name": "bind_point_labels",</a:t>
            </a:r>
          </a:p>
          <a:p xmlns:a="http://schemas.openxmlformats.org/drawingml/2006/main">
            <a:r>
              <a:t>        "params": {}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"ok=True",</a:t>
            </a:r>
          </a:p>
          <a:p xmlns:a="http://schemas.openxmlformats.org/drawingml/2006/main">
            <a:r>
              <a:t>      "duration_s": 0.4,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3,</a:t>
            </a:r>
          </a:p>
          <a:p xmlns:a="http://schemas.openxmlformats.org/drawingml/2006/main">
            <a:r>
              <a:t>      "action": "run_geometry_agent",</a:t>
            </a:r>
          </a:p>
          <a:p xmlns:a="http://schemas.openxmlformats.org/drawingml/2006/main">
            <a:r>
              <a:t>      "purpose": "Reconcile this figure. Verified labelled points (pixel coords, origin top-left): A(68.5,65), B(68.5,254), C(635.5,254), D(352,65), E(162.9,254), F(238.3,149.6). Detected segments: line_01 y=254 from x",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"instruction": "Reconcile this figure. Verified labelled points (pixel coords, origin top-left): A(68.5,65), B(68.5,254), C(635.5,254), D(352,65), E(162.9,254), F(238.3,149.6). Detected segments: line_01 y=254 from x=148 to 643 (base, through B? check B-E-C); line_02 from (643,259) to (344,60) i.e. C to D; line_03 y=65 from x=63 to 364 (A to D); line_04 from (165,259) to (66,60) (E to A); line_05 from (250,156) to (63,62) (A through F, F lies on it); line_06 dashed x=68.5 from y=60 to 257 (A to B); line_07 from (241,145) to (159,259) (F to E); line_08 dashed y=254 from x=67 to 200 (B to E). Determine the figure's structure: which segments are full edges between labelled vertices, whether F is on segment AE or elsewhere, whether dashed lines are auxiliary/hidden. Output objects: points with coords, segments as vertex pairs, and dashed flags. Do not invent labels; label_06 is unmatched - report if you find where it should be.",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"roi": null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merged={'objects': 14, 'relations': 5, 'conflicts': 2, 'rejected': []}",</a:t>
            </a:r>
          </a:p>
          <a:p xmlns:a="http://schemas.openxmlformats.org/drawingml/2006/main">
            <a:r>
              <a:t>      "duration_s": 28.16,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17639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4,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"Draw the figure with black thin strokes, no fills. Use TikZ y-up coordinates: flip y using y_tikz = -(y_px) scaled (scale about 0.0 to 1 unit = 1/100 of pixel, e.g. x_tikz = x_px/100, y_tikz = -y_px/1",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"generate",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"Draw the figure with black thin strokes, no fills. Use TikZ y-up coordinates: flip y using y_tikz = -(y_px) scaled (scale about 0.0 to 1 unit = 1/100 of pixel, e.g. x_tikz = x_px/100, y_tikz = -y_px/100). Points: A(68.5,65), B(68.5,254), C(635.5,254), D(352,65), E(162.9,254), F(238.3,149.6). Solid edges: A-D, D-C, C-B (base through E), A-E, F-E, A-F (A to F only). Dashed: A-B (vertical left side) and B-E (base portion between B and E is dashed). Label each point with its letter placed outside the vertex (A above-left, B below-left, C below-right, D above, E below, F above-right). Keep it compilable standalone document with tikz."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compile_ok=True; validation_passed=True; best_version=1",</a:t>
            </a:r>
          </a:p>
          <a:p xmlns:a="http://schemas.openxmlformats.org/drawingml/2006/main">
            <a:r>
              <a:t>      "duration_s": 13.28,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7344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5,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"line extents, dashed segments, label placement",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"line extents, dashed segments, label placement"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version=1; best_version=1; assessment_score=0.85; issues=2",</a:t>
            </a:r>
          </a:p>
          <a:p xmlns:a="http://schemas.openxmlformats.org/drawingml/2006/main">
            <a:r>
              <a:t>      "duration_s": 16.52,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8508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6,</a:t>
            </a:r>
          </a:p>
          <a:p xmlns:a="http://schemas.openxmlformats.org/drawingml/2006/main">
            <a:r>
              <a:t>      "action": "run_tikz_agent",</a:t>
            </a:r>
          </a:p>
          <a:p xmlns:a="http://schemas.openxmlformats.org/drawingml/2006/main">
            <a:r>
              <a:t>      "purpose": "Repair: extend segment A-F beyond F to point G on the base line y=254 (pixel coords). Line A(68.5,65) to F(238.3,149.6) has slope ~0.498, so it meets y=254 at x≈448 -&gt; G ≈ (448,254) in pixels; use the",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"mode": "repair",</a:t>
            </a:r>
          </a:p>
          <a:p xmlns:a="http://schemas.openxmlformats.org/drawingml/2006/main">
            <a:r>
              <a:t>        "use_image": null,</a:t>
            </a:r>
          </a:p>
          <a:p xmlns:a="http://schemas.openxmlformats.org/drawingml/2006/main">
            <a:r>
              <a:t>        "instruction": "Repair: extend segment A-F beyond F to point G on the base line y=254 (pixel coords). Line A(68.5,65) to F(238.3,149.6) has slope ~0.498, so it meets y=254 at x≈448 -&gt; G ≈ (448,254) in pixels; use the same scale as v1 (0.012719 cm/px, bbox-centred as in the existing tex). Draw F-G dashed (same dash style as A-B and B-E) and place a vertex G on base line with label 'G' placed below the line. Keep all other elements unchanged."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compile_ok=True; validation_passed=True; best_version=1",</a:t>
            </a:r>
          </a:p>
          <a:p xmlns:a="http://schemas.openxmlformats.org/drawingml/2006/main">
            <a:r>
              <a:t>      "duration_s": 11.67,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7879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7,</a:t>
            </a:r>
          </a:p>
          <a:p xmlns:a="http://schemas.openxmlformats.org/drawingml/2006/main">
            <a:r>
              <a:t>      "action": "run_critic",</a:t>
            </a:r>
          </a:p>
          <a:p xmlns:a="http://schemas.openxmlformats.org/drawingml/2006/main">
            <a:r>
              <a:t>      "purpose": "verify dashed FG extension to G on base and G label",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"focus": "verify dashed FG extension to G on base and G label"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version=2; best_version=2; assessment_score=0.93",</a:t>
            </a:r>
          </a:p>
          <a:p xmlns:a="http://schemas.openxmlformats.org/drawingml/2006/main">
            <a:r>
              <a:t>      "duration_s": 14.73,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8392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1,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"step": 8,</a:t>
            </a:r>
          </a:p>
          <a:p xmlns:a="http://schemas.openxmlformats.org/drawingml/2006/main">
            <a:r>
              <a:t>      "action": "finish",</a:t>
            </a:r>
          </a:p>
          <a:p xmlns:a="http://schemas.openxmlformats.org/drawingml/2006/main">
            <a:r>
              <a:t>      "purpose": "finish run",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"summary": "Produced a compiled TikZ reconstruction (version 2, critic-reviewed, must_repair=false, score 0.93). It contains vertices A, B, C, D, E, F, G with solid edges A-D, D-C, C-B, A-E, F-E, A-F, dashed A-B, B-E, and dashed F-G extension to G on base BC.",</a:t>
            </a:r>
          </a:p>
          <a:p xmlns:a="http://schemas.openxmlformats.org/drawingml/2006/main">
            <a:r>
              <a:t>        "unresolved": [</a:t>
            </a:r>
          </a:p>
          <a:p xmlns:a="http://schemas.openxmlformats.org/drawingml/2006/main">
            <a:r>
              <a:t>          "G's pixel position (448,254) was derived by extrapolating the A-F line, not from a detected point; it was not separately verified by CV.",</a:t>
            </a:r>
          </a:p>
          <a:p xmlns:a="http://schemas.openxmlformats.org/drawingml/2006/main">
            <a:r>
              <a:t>          "Solid/dashed styling of the base B-E and the F-G extension was judged from detector heuristics and critic feedback."</a:t>
            </a:r>
          </a:p>
          <a:p xmlns:a="http://schemas.openxmlformats.org/drawingml/2006/main">
            <a:r>
              <a:t>        ],</a:t>
            </a:r>
          </a:p>
          <a:p xmlns:a="http://schemas.openxmlformats.org/drawingml/2006/main">
            <a:r>
              <a:t>        "status": "success"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"status": "ok",</a:t>
            </a:r>
          </a:p>
          <a:p xmlns:a="http://schemas.openxmlformats.org/drawingml/2006/main">
            <a:r>
              <a:t>      "result_summary": "ok=True; best_version=2; status=success",</a:t>
            </a:r>
          </a:p>
          <a:p xmlns:a="http://schemas.openxmlformats.org/drawingml/2006/main">
            <a:r>
              <a:t>      "duration_s": 0,</a:t>
            </a:r>
          </a:p>
          <a:p xmlns:a="http://schemas.openxmlformats.org/drawingml/2006/main">
            <a:r>
              <a:t>      "token_usage": {</a:t>
            </a:r>
          </a:p>
          <a:p xmlns:a="http://schemas.openxmlformats.org/drawingml/2006/main">
            <a:r>
              <a:t>        "delta": 0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"visual_calls": 0,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"cv_runs": [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"detect_lines",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"Find line segments in the figure",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8,</a:t>
            </a:r>
          </a:p>
          <a:p xmlns:a="http://schemas.openxmlformats.org/drawingml/2006/main">
            <a:r>
              <a:t>      "visualization": "outputs\\batch_v2\\1260_q_fig2\\cv\\detect_lines.png",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"bind_point_labels",</a:t>
            </a:r>
          </a:p>
          <a:p xmlns:a="http://schemas.openxmlformats.org/drawingml/2006/main">
            <a:r>
              <a:t>      "params": {},</a:t>
            </a:r>
          </a:p>
          <a:p xmlns:a="http://schemas.openxmlformats.org/drawingml/2006/main">
            <a:r>
              <a:t>      "purpose": "Bind labels to vertices",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null,</a:t>
            </a:r>
          </a:p>
          <a:p xmlns:a="http://schemas.openxmlformats.org/drawingml/2006/main">
            <a:r>
              <a:t>      "visualization": "outputs\\batch_v2\\1260_q_fig2\\cv\\bind_point_labels.png",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"detect_right_angle_marker",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"roi": [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0,</a:t>
            </a:r>
          </a:p>
          <a:p xmlns:a="http://schemas.openxmlformats.org/drawingml/2006/main">
            <a:r>
              <a:t>          1,</a:t>
            </a:r>
          </a:p>
          <a:p xmlns:a="http://schemas.openxmlformats.org/drawingml/2006/main">
            <a:r>
              <a:t>          1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0,</a:t>
            </a:r>
          </a:p>
          <a:p xmlns:a="http://schemas.openxmlformats.org/drawingml/2006/main">
            <a:r>
              <a:t>      "visualization": "outputs\\batch_v2\\1260_q_fig2\\detect_right_angle_marker.png",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{</a:t>
            </a:r>
          </a:p>
          <a:p xmlns:a="http://schemas.openxmlformats.org/drawingml/2006/main">
            <a:r>
              <a:t>      "tool": "analyze_line_style",</a:t>
            </a:r>
          </a:p>
          <a:p xmlns:a="http://schemas.openxmlformats.org/drawingml/2006/main">
            <a:r>
              <a:t>      "params": {</a:t>
            </a:r>
          </a:p>
          <a:p xmlns:a="http://schemas.openxmlformats.org/drawingml/2006/main">
            <a:r>
              <a:t>        "segments": [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59.6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68.5,</a:t>
            </a:r>
          </a:p>
          <a:p xmlns:a="http://schemas.openxmlformats.org/drawingml/2006/main">
            <a:r>
              <a:t>              257.4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66.6,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200.4,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},</a:t>
            </a:r>
          </a:p>
          <a:p xmlns:a="http://schemas.openxmlformats.org/drawingml/2006/main">
            <a:r>
              <a:t>          {</a:t>
            </a:r>
          </a:p>
          <a:p xmlns:a="http://schemas.openxmlformats.org/drawingml/2006/main">
            <a:r>
              <a:t>            "a": [</a:t>
            </a:r>
          </a:p>
          <a:p xmlns:a="http://schemas.openxmlformats.org/drawingml/2006/main">
            <a:r>
              <a:t>              148,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],</a:t>
            </a:r>
          </a:p>
          <a:p xmlns:a="http://schemas.openxmlformats.org/drawingml/2006/main">
            <a:r>
              <a:t>            "b": [</a:t>
            </a:r>
          </a:p>
          <a:p xmlns:a="http://schemas.openxmlformats.org/drawingml/2006/main">
            <a:r>
              <a:t>              643,</a:t>
            </a:r>
          </a:p>
          <a:p xmlns:a="http://schemas.openxmlformats.org/drawingml/2006/main">
            <a:r>
              <a:t>              254</a:t>
            </a:r>
          </a:p>
          <a:p xmlns:a="http://schemas.openxmlformats.org/drawingml/2006/main">
            <a:r>
              <a:t>            ]</a:t>
            </a:r>
          </a:p>
          <a:p xmlns:a="http://schemas.openxmlformats.org/drawingml/2006/main">
            <a:r>
              <a:t>          }</a:t>
            </a:r>
          </a:p>
          <a:p xmlns:a="http://schemas.openxmlformats.org/drawingml/2006/main">
            <a:r>
              <a:t>        ]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"purpose": null,</a:t>
            </a:r>
          </a:p>
          <a:p xmlns:a="http://schemas.openxmlformats.org/drawingml/2006/main">
            <a:r>
              <a:t>      "ok": true,</a:t>
            </a:r>
          </a:p>
          <a:p xmlns:a="http://schemas.openxmlformats.org/drawingml/2006/main">
            <a:r>
              <a:t>      "count": 3,</a:t>
            </a:r>
          </a:p>
          <a:p xmlns:a="http://schemas.openxmlformats.org/drawingml/2006/main">
            <a:r>
              <a:t>      "visualization": "outputs\\batch_v2\\1260_q_fig2\\analyze_line_style.png",</a:t>
            </a:r>
          </a:p>
          <a:p xmlns:a="http://schemas.openxmlformats.org/drawingml/2006/main">
            <a:r>
              <a:t>      "error": null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e0cbe11b9416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1aefcb91d4e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65d83c68e4f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9ea31fa6d4a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ca0a9fded43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e6eb20c5542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C27AB3-2411-4E5E-B182-EF39956FF4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CFED1D5-612D-4C02-A1BF-69F24B5B36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0D1557-C92A-4904-8601-D19458A1C9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C2CF4C-547E-4799-B9D1-0CCC3C0E48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76FE9F-B2C0-453A-8823-D9FE861EFA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C3023D-CD9B-41C3-8933-3D4165763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F84E13-145E-4ED6-A4F1-D9158C50A5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0A3D69-8F0E-43FE-A90E-DAB846D74D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8AD64-E024-4613-8B36-7066F0336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56AFC6-6F2C-4141-8BEA-45AF058136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3d3f7472694564" /><Relationship Type="http://schemas.openxmlformats.org/officeDocument/2006/relationships/slideLayout" Target="/ppt/slideLayouts/slideLayout1.xml" Id="R87cc1b98eafd42e4" /><Relationship Type="http://schemas.openxmlformats.org/officeDocument/2006/relationships/slideLayout" Target="/ppt/slideLayouts/slideLayout2.xml" Id="R9a62a541aa0f4082" /><Relationship Type="http://schemas.openxmlformats.org/officeDocument/2006/relationships/slideLayout" Target="/ppt/slideLayouts/slideLayout3.xml" Id="Rf2587fdbbd8b403b" /><Relationship Type="http://schemas.openxmlformats.org/officeDocument/2006/relationships/slideLayout" Target="/ppt/slideLayouts/slideLayout4.xml" Id="R3731dcb3d7c84138" /><Relationship Type="http://schemas.openxmlformats.org/officeDocument/2006/relationships/slideLayout" Target="/ppt/slideLayouts/slideLayout5.xml" Id="Rd00ca282b193482c" /><Relationship Type="http://schemas.openxmlformats.org/officeDocument/2006/relationships/slideLayout" Target="/ppt/slideLayouts/slideLayout6.xml" Id="Rfac8783b66c349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cc1b98eafd42e4"/>
    <p:sldLayoutId xmlns:r="http://schemas.openxmlformats.org/officeDocument/2006/relationships" id="2147483650" r:id="R9a62a541aa0f4082"/>
    <p:sldLayoutId xmlns:r="http://schemas.openxmlformats.org/officeDocument/2006/relationships" id="2147483651" r:id="Rf2587fdbbd8b403b"/>
    <p:sldLayoutId xmlns:r="http://schemas.openxmlformats.org/officeDocument/2006/relationships" id="2147483652" r:id="R3731dcb3d7c84138"/>
    <p:sldLayoutId xmlns:r="http://schemas.openxmlformats.org/officeDocument/2006/relationships" id="2147483653" r:id="Rd00ca282b193482c"/>
    <p:sldLayoutId xmlns:r="http://schemas.openxmlformats.org/officeDocument/2006/relationships" id="2147483654" r:id="Rfac8783b66c349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31e955766344e9" /><Relationship Type="http://schemas.openxmlformats.org/officeDocument/2006/relationships/image" Target="/ppt/media/image.png" Id="R3cf5cbd860854f25" /><Relationship Type="http://schemas.openxmlformats.org/officeDocument/2006/relationships/image" Target="/ppt/media/image2.png" Id="Rdb0a5fabd5324e99" /><Relationship Type="http://schemas.openxmlformats.org/officeDocument/2006/relationships/image" Target="/ppt/media/image3.png" Id="Ra14a20961b844bcc" /><Relationship Type="http://schemas.openxmlformats.org/officeDocument/2006/relationships/notesSlide" Target="/ppt/notesSlides/notesSlide1.xml" Id="Rdde26740d6354f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C6A51-52D1-409B-8365-D68F640E7A38}"/>
              </a:ext>
            </a:extLst>
          </p:cNvPr>
          <p:cNvCxnSpPr>
            <a:stCxn xmlns:a="http://schemas.openxmlformats.org/drawingml/2006/main" id="18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43434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17F78"/>
            </a:solidFill>
            <a:tailEnd type="triangl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CD466-AB25-4D6D-9E77-05FD9D6A8A2C}"/>
              </a:ext>
            </a:extLst>
          </p:cNvPr>
          <p:cNvCxnSpPr>
            <a:stCxn xmlns:a="http://schemas.openxmlformats.org/drawingml/2006/main" id="15" idx="1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9486900" y="54483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AF5B22"/>
            </a:solidFill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4B4BB-894E-45E0-9995-86806600F77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63500" y="388620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6106F-27F9-47A0-B34E-AD6790AB859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4869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2593E-F614-47CF-AD1F-AF10D7D9621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343400" y="325755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05EAB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E63601-E2CA-4FAE-9A29-3EEEC1AC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0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1260_q_fig2：取证、生成与修复流程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1FCE6-5507-4E1F-9EBD-50D4C38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8 个主 Agent 步骤；关键问题是 G 未绑定，首版遗漏 FG 虚线与 G 标签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346EF3-C79D-4539-93C6-E63984D6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40208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CFDAE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ED40-9E59-4CE6-9DFA-17972AC3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381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Supervisor 逐步调度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C98FE-F9EE-4106-A57D-9DF79FE2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每步结果回传主 Agent；GES 共享记录点线、关系、未决项与版本评审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14664-FD75-40D2-B5F4-41DAB420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3FC23-1684-4712-BCEF-8286DAB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①–②  本地 CV 取证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746AE-227C-4316-8DEA-2ECD8223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detect_lines + bind_point_labels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8 条线段；A～F 已绑定，G 未绑定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FFD2B-CE11-40CE-AE0A-65725524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CC652-0519-42B1-AA12-6F36B3D3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③  Geometry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0E7563-6826-4389-A1FC-1776FF89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指令 + GES；补查直角与线型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提交几何 JSON：14 对象、5 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24D23-6DCA-45DF-B674-07623FEC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62890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280D6-A60E-4BF9-93E2-D601C1E4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76225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④  TikZ Agent · 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61DB20-3112-46E0-8554-BB13C03B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17182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绘图指令 + GES + 风格参数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完整 tex；自动编译、渲染与校验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8F0FD-7026-48D9-8844-0690125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5EA"/>
          </a:solidFill>
          <a:ln xmlns:a="http://schemas.openxmlformats.org/drawingml/2006/main" w="14288">
            <a:solidFill>
              <a:srgbClr val="AF5B2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17348-3C4B-48F8-A7F4-B0518FA9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⑤  Critic 首轮评审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09E97-25F3-4580-8567-8194263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原图 + v1 + GES / 核对清单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遗漏 FG 与 G，必须修复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E8ED94-A38E-4A83-A83C-CF5CBD2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BF3FA"/>
          </a:solidFill>
          <a:ln xmlns:a="http://schemas.openxmlformats.org/drawingml/2006/main" w="14288">
            <a:solidFill>
              <a:srgbClr val="205EA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2170A-5E2A-42E3-9811-EE0B60A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5EAB"/>
                </a:solidFill>
                <a:latin typeface="Microsoft YaHei"/>
                <a:ea typeface="Microsoft YaHei"/>
                <a:cs typeface="Microsoft YaHei"/>
              </a:rPr>
              <a:t>⑥  TikZ Agent · repair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9558C-C3B5-4978-A8CF-B082AFB6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修复指令 + v1 源码 + Critic 问题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补 FG 与 G，重新编译 / 渲染 / 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91924-8479-4E84-967C-C8D8FD6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733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DF7F5"/>
          </a:solidFill>
          <a:ln xmlns:a="http://schemas.openxmlformats.org/drawingml/2006/main" w="14288">
            <a:solidFill>
              <a:srgbClr val="117F7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0F3516-6522-4980-9E81-40CDD042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39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⑦–⑧  复评与 finish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7485E-C7C2-467F-A858-BA4BBA1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62575"/>
            <a:ext cx="3390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原图与 v2 复评通过，选择 v2</a:t>
            </a:r>
          </a:p>
          <a:p xmlns:a="http://schemas.openxmlformats.org/drawingml/2006/main">
            <a:pPr>
              <a:def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162A40"/>
                </a:solidFill>
                <a:latin typeface="Microsoft YaHei"/>
                <a:ea typeface="Microsoft YaHei"/>
                <a:cs typeface="Microsoft YaHei"/>
              </a:rPr>
              <a:t>finish 成功，归档源码 / PDF / PNG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4C2D4B-F3C5-447F-B03F-11C733DF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点线坐标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标签绑定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110DF5-4F1E-4C95-A588-E6CAC35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86050"/>
            <a:ext cx="114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几何结构</a:t>
            </a:r>
          </a:p>
          <a:p xmlns:a="http://schemas.openxmlformats.org/drawingml/2006/main">
            <a:pPr>
              <a:def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仍缺 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5C225D-9B30-4C07-B585-B3127164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v1 渲染图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53AD8-808E-4A26-9E13-3325FEF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333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两项遗漏</a:t>
            </a:r>
          </a:p>
          <a:p xmlns:a="http://schemas.openxmlformats.org/drawingml/2006/main">
            <a:pPr>
              <a:def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G≈(448,254)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9539D3-EC70-44EE-A7EE-3BC6455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13049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 渲染图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C57EA2-A145-4DB7-90E5-148F29BD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原始输入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0F8B4-064F-4DC4-8021-C541DF6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4389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AF5B22"/>
                </a:solidFill>
                <a:latin typeface="Microsoft YaHei"/>
                <a:ea typeface="Microsoft YaHei"/>
                <a:cs typeface="Microsoft YaHei"/>
              </a:rPr>
              <a:t>v1：遗漏 FG 与 G，评分 0.85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A436AD-1AAF-4AE5-A4D9-F012653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38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7F78"/>
                </a:solidFill>
                <a:latin typeface="Microsoft YaHei"/>
                <a:ea typeface="Microsoft YaHei"/>
                <a:cs typeface="Microsoft YaHei"/>
              </a:rPr>
              <a:t>v2：补全后，评分 0.93</a:t>
            </a: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5B0720-4CF0-44ED-BF43-65BC7676DA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5cbd860854f25"/>
          <a:stretch xmlns:a="http://schemas.openxmlformats.org/drawingml/2006/main"/>
        </p:blipFill>
        <p:spPr>
          <a:xfrm xmlns:a="http://schemas.openxmlformats.org/drawingml/2006/main">
            <a:off x="10390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14D2D2-E0C1-4D52-8784-922A11D763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5fabd5324e99"/>
          <a:stretch xmlns:a="http://schemas.openxmlformats.org/drawingml/2006/main"/>
        </p:blipFill>
        <p:spPr>
          <a:xfrm xmlns:a="http://schemas.openxmlformats.org/drawingml/2006/main">
            <a:off x="6182544" y="6753225"/>
            <a:ext cx="2874913" cy="1304925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A1B31A-69CA-47D5-894A-FA2D88FEE3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a20961b844bcc"/>
          <a:stretch xmlns:a="http://schemas.openxmlformats.org/drawingml/2006/main"/>
        </p:blipFill>
        <p:spPr>
          <a:xfrm xmlns:a="http://schemas.openxmlformats.org/drawingml/2006/main">
            <a:off x="11326044" y="6753225"/>
            <a:ext cx="2874913" cy="1304925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252A2B-BE6E-4C52-950A-E948FB55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81975"/>
            <a:ext cx="1402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479"/>
                </a:solidFill>
                <a:latin typeface="Microsoft YaHei"/>
                <a:ea typeface="Microsoft YaHei"/>
                <a:cs typeface="Microsoft YaHei"/>
              </a:rPr>
              <a:t>本次仅 Critic 向大模型附图；G 坐标由 Supervisor 沿 AF 外推，未经独立 CV 复核</a:t>
            </a:r>
          </a:p>
        </p:txBody>
      </p:sp>
    </p:spTree>
    <p:extLst>
      <p:ext uri="{BB962C8B-B14F-4D97-AF65-F5344CB8AC3E}">
        <p14:creationId xmlns:p14="http://schemas.microsoft.com/office/powerpoint/2010/main" val="9654585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2026-10-31T05:52:29.5390000Z</dcterms:created>
  <dcterms:modified xsi:type="dcterms:W3CDTF">2026-10-31T05:52:29.5390000Z</dcterms:modified>
</coreProperties>
</file>